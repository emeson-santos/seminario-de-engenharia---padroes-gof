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326" r:id="rId4"/>
    <p:sldId id="327" r:id="rId5"/>
    <p:sldId id="276" r:id="rId6"/>
    <p:sldId id="328" r:id="rId7"/>
    <p:sldId id="329" r:id="rId8"/>
    <p:sldId id="331" r:id="rId9"/>
    <p:sldId id="330" r:id="rId10"/>
    <p:sldId id="332" r:id="rId11"/>
    <p:sldId id="289" r:id="rId12"/>
    <p:sldId id="291" r:id="rId13"/>
    <p:sldId id="290" r:id="rId14"/>
    <p:sldId id="310" r:id="rId15"/>
    <p:sldId id="292" r:id="rId16"/>
    <p:sldId id="259" r:id="rId17"/>
    <p:sldId id="262" r:id="rId18"/>
    <p:sldId id="278" r:id="rId19"/>
    <p:sldId id="263" r:id="rId20"/>
    <p:sldId id="279" r:id="rId21"/>
    <p:sldId id="280" r:id="rId22"/>
    <p:sldId id="282" r:id="rId23"/>
    <p:sldId id="260" r:id="rId24"/>
    <p:sldId id="283" r:id="rId25"/>
    <p:sldId id="264" r:id="rId26"/>
    <p:sldId id="284" r:id="rId27"/>
    <p:sldId id="265" r:id="rId28"/>
    <p:sldId id="281" r:id="rId29"/>
    <p:sldId id="285" r:id="rId30"/>
    <p:sldId id="266" r:id="rId31"/>
    <p:sldId id="267" r:id="rId32"/>
    <p:sldId id="325" r:id="rId33"/>
    <p:sldId id="268" r:id="rId34"/>
    <p:sldId id="312" r:id="rId35"/>
    <p:sldId id="313" r:id="rId36"/>
    <p:sldId id="324" r:id="rId37"/>
    <p:sldId id="314" r:id="rId38"/>
    <p:sldId id="319" r:id="rId39"/>
    <p:sldId id="320" r:id="rId40"/>
    <p:sldId id="321" r:id="rId41"/>
    <p:sldId id="322" r:id="rId42"/>
    <p:sldId id="323" r:id="rId43"/>
    <p:sldId id="286" r:id="rId44"/>
    <p:sldId id="269" r:id="rId45"/>
    <p:sldId id="270" r:id="rId46"/>
    <p:sldId id="271" r:id="rId47"/>
    <p:sldId id="272" r:id="rId48"/>
    <p:sldId id="311" r:id="rId49"/>
    <p:sldId id="315" r:id="rId50"/>
    <p:sldId id="316" r:id="rId51"/>
    <p:sldId id="317" r:id="rId52"/>
    <p:sldId id="318" r:id="rId53"/>
    <p:sldId id="287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288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274" r:id="rId70"/>
    <p:sldId id="333" r:id="rId71"/>
    <p:sldId id="309" r:id="rId72"/>
    <p:sldId id="275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901A42-498A-44C4-9CB8-4358A1F4C2F1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B5E7095B-FF7A-46E1-BC23-F572997FC9AF}">
      <dgm:prSet phldrT="[Texto]"/>
      <dgm:spPr/>
      <dgm:t>
        <a:bodyPr/>
        <a:lstStyle/>
        <a:p>
          <a:r>
            <a:rPr lang="pt-BR" dirty="0" smtClean="0"/>
            <a:t>1977</a:t>
          </a:r>
          <a:endParaRPr lang="pt-BR" dirty="0"/>
        </a:p>
      </dgm:t>
    </dgm:pt>
    <dgm:pt modelId="{B2060763-B47D-4211-90BE-29DA34EBC6FF}" type="parTrans" cxnId="{483CA3A0-7E1C-487E-9E44-042AD73B9917}">
      <dgm:prSet/>
      <dgm:spPr/>
      <dgm:t>
        <a:bodyPr/>
        <a:lstStyle/>
        <a:p>
          <a:endParaRPr lang="pt-BR"/>
        </a:p>
      </dgm:t>
    </dgm:pt>
    <dgm:pt modelId="{9C55B19E-1647-4684-9A0E-C937BAE12230}" type="sibTrans" cxnId="{483CA3A0-7E1C-487E-9E44-042AD73B9917}">
      <dgm:prSet/>
      <dgm:spPr/>
      <dgm:t>
        <a:bodyPr/>
        <a:lstStyle/>
        <a:p>
          <a:endParaRPr lang="pt-BR"/>
        </a:p>
      </dgm:t>
    </dgm:pt>
    <dgm:pt modelId="{F08E54A2-1597-49A7-8CB4-09A72B876EA6}">
      <dgm:prSet phldrT="[Texto]"/>
      <dgm:spPr/>
      <dgm:t>
        <a:bodyPr/>
        <a:lstStyle/>
        <a:p>
          <a:r>
            <a:rPr lang="pt-BR" dirty="0" err="1" smtClean="0"/>
            <a:t>Chritopher</a:t>
          </a:r>
          <a:r>
            <a:rPr lang="pt-BR" dirty="0" smtClean="0"/>
            <a:t> </a:t>
          </a:r>
          <a:r>
            <a:rPr lang="pt-BR" dirty="0" err="1" smtClean="0"/>
            <a:t>alexander</a:t>
          </a:r>
          <a:endParaRPr lang="pt-BR" dirty="0"/>
        </a:p>
      </dgm:t>
    </dgm:pt>
    <dgm:pt modelId="{CC55CBB7-553F-41BE-8DB7-AA62A80E4AFD}" type="sibTrans" cxnId="{8F3A3815-57B4-4BB9-8C1F-69CF51BA1328}">
      <dgm:prSet/>
      <dgm:spPr/>
      <dgm:t>
        <a:bodyPr/>
        <a:lstStyle/>
        <a:p>
          <a:endParaRPr lang="pt-BR"/>
        </a:p>
      </dgm:t>
    </dgm:pt>
    <dgm:pt modelId="{817BE7B1-7534-4CBD-9ED3-F147AE557A90}" type="parTrans" cxnId="{8F3A3815-57B4-4BB9-8C1F-69CF51BA1328}">
      <dgm:prSet/>
      <dgm:spPr/>
      <dgm:t>
        <a:bodyPr/>
        <a:lstStyle/>
        <a:p>
          <a:endParaRPr lang="pt-BR"/>
        </a:p>
      </dgm:t>
    </dgm:pt>
    <dgm:pt modelId="{4A0C7687-1CA0-44F1-98B7-F262663A916D}" type="pres">
      <dgm:prSet presAssocID="{E2901A42-498A-44C4-9CB8-4358A1F4C2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4D9AC6D-900E-4B79-A8D2-24B82F01266C}" type="pres">
      <dgm:prSet presAssocID="{E2901A42-498A-44C4-9CB8-4358A1F4C2F1}" presName="arrow" presStyleLbl="bgShp" presStyleIdx="0" presStyleCnt="1"/>
      <dgm:spPr/>
    </dgm:pt>
    <dgm:pt modelId="{FCA3DBB3-0CFB-4CE4-A460-7719ADE5CBDF}" type="pres">
      <dgm:prSet presAssocID="{E2901A42-498A-44C4-9CB8-4358A1F4C2F1}" presName="points" presStyleCnt="0"/>
      <dgm:spPr/>
    </dgm:pt>
    <dgm:pt modelId="{07D512B5-4B87-4468-A68F-89FE44E36249}" type="pres">
      <dgm:prSet presAssocID="{B5E7095B-FF7A-46E1-BC23-F572997FC9AF}" presName="compositeA" presStyleCnt="0"/>
      <dgm:spPr/>
    </dgm:pt>
    <dgm:pt modelId="{DD97B0D6-73CD-40C9-8E26-81C761C873D5}" type="pres">
      <dgm:prSet presAssocID="{B5E7095B-FF7A-46E1-BC23-F572997FC9AF}" presName="textA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984FC3-A0B3-4828-9632-0CD9718624E8}" type="pres">
      <dgm:prSet presAssocID="{B5E7095B-FF7A-46E1-BC23-F572997FC9AF}" presName="circleA" presStyleLbl="node1" presStyleIdx="0" presStyleCnt="1"/>
      <dgm:spPr/>
    </dgm:pt>
    <dgm:pt modelId="{B797E8F1-6DE7-4ECC-B6E1-2F3CD7277E08}" type="pres">
      <dgm:prSet presAssocID="{B5E7095B-FF7A-46E1-BC23-F572997FC9AF}" presName="spaceA" presStyleCnt="0"/>
      <dgm:spPr/>
    </dgm:pt>
  </dgm:ptLst>
  <dgm:cxnLst>
    <dgm:cxn modelId="{417B6EF6-A7FC-4B7F-97A4-CF4CF712295A}" type="presOf" srcId="{E2901A42-498A-44C4-9CB8-4358A1F4C2F1}" destId="{4A0C7687-1CA0-44F1-98B7-F262663A916D}" srcOrd="0" destOrd="0" presId="urn:microsoft.com/office/officeart/2005/8/layout/hProcess11"/>
    <dgm:cxn modelId="{A5BD2400-B56F-4848-BFAD-D9C22FD4E91A}" type="presOf" srcId="{B5E7095B-FF7A-46E1-BC23-F572997FC9AF}" destId="{DD97B0D6-73CD-40C9-8E26-81C761C873D5}" srcOrd="0" destOrd="0" presId="urn:microsoft.com/office/officeart/2005/8/layout/hProcess11"/>
    <dgm:cxn modelId="{8F3A3815-57B4-4BB9-8C1F-69CF51BA1328}" srcId="{B5E7095B-FF7A-46E1-BC23-F572997FC9AF}" destId="{F08E54A2-1597-49A7-8CB4-09A72B876EA6}" srcOrd="0" destOrd="0" parTransId="{817BE7B1-7534-4CBD-9ED3-F147AE557A90}" sibTransId="{CC55CBB7-553F-41BE-8DB7-AA62A80E4AFD}"/>
    <dgm:cxn modelId="{D9D28D10-3749-4BB4-BADC-E240E984FAF8}" type="presOf" srcId="{F08E54A2-1597-49A7-8CB4-09A72B876EA6}" destId="{DD97B0D6-73CD-40C9-8E26-81C761C873D5}" srcOrd="0" destOrd="1" presId="urn:microsoft.com/office/officeart/2005/8/layout/hProcess11"/>
    <dgm:cxn modelId="{483CA3A0-7E1C-487E-9E44-042AD73B9917}" srcId="{E2901A42-498A-44C4-9CB8-4358A1F4C2F1}" destId="{B5E7095B-FF7A-46E1-BC23-F572997FC9AF}" srcOrd="0" destOrd="0" parTransId="{B2060763-B47D-4211-90BE-29DA34EBC6FF}" sibTransId="{9C55B19E-1647-4684-9A0E-C937BAE12230}"/>
    <dgm:cxn modelId="{A494419B-6FCE-4621-B41B-D8D756AFFC10}" type="presParOf" srcId="{4A0C7687-1CA0-44F1-98B7-F262663A916D}" destId="{94D9AC6D-900E-4B79-A8D2-24B82F01266C}" srcOrd="0" destOrd="0" presId="urn:microsoft.com/office/officeart/2005/8/layout/hProcess11"/>
    <dgm:cxn modelId="{39CEB30F-EC7A-438C-8A92-F660A93C546B}" type="presParOf" srcId="{4A0C7687-1CA0-44F1-98B7-F262663A916D}" destId="{FCA3DBB3-0CFB-4CE4-A460-7719ADE5CBDF}" srcOrd="1" destOrd="0" presId="urn:microsoft.com/office/officeart/2005/8/layout/hProcess11"/>
    <dgm:cxn modelId="{7DF17DBD-4CBC-453A-B80B-968F4C2F6752}" type="presParOf" srcId="{FCA3DBB3-0CFB-4CE4-A460-7719ADE5CBDF}" destId="{07D512B5-4B87-4468-A68F-89FE44E36249}" srcOrd="0" destOrd="0" presId="urn:microsoft.com/office/officeart/2005/8/layout/hProcess11"/>
    <dgm:cxn modelId="{F543BCE1-8BD9-4D2F-A473-4B71B97C4BD8}" type="presParOf" srcId="{07D512B5-4B87-4468-A68F-89FE44E36249}" destId="{DD97B0D6-73CD-40C9-8E26-81C761C873D5}" srcOrd="0" destOrd="0" presId="urn:microsoft.com/office/officeart/2005/8/layout/hProcess11"/>
    <dgm:cxn modelId="{8EC17807-046B-4A01-96DF-90A15DA3C160}" type="presParOf" srcId="{07D512B5-4B87-4468-A68F-89FE44E36249}" destId="{2F984FC3-A0B3-4828-9632-0CD9718624E8}" srcOrd="1" destOrd="0" presId="urn:microsoft.com/office/officeart/2005/8/layout/hProcess11"/>
    <dgm:cxn modelId="{A529ABDD-BD88-4F7D-8A93-D7AB7CAC641B}" type="presParOf" srcId="{07D512B5-4B87-4468-A68F-89FE44E36249}" destId="{B797E8F1-6DE7-4ECC-B6E1-2F3CD7277E0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901A42-498A-44C4-9CB8-4358A1F4C2F1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B5E7095B-FF7A-46E1-BC23-F572997FC9AF}">
      <dgm:prSet phldrT="[Texto]"/>
      <dgm:spPr/>
      <dgm:t>
        <a:bodyPr/>
        <a:lstStyle/>
        <a:p>
          <a:r>
            <a:rPr lang="pt-BR" dirty="0" smtClean="0"/>
            <a:t>1977</a:t>
          </a:r>
          <a:endParaRPr lang="pt-BR" dirty="0"/>
        </a:p>
      </dgm:t>
    </dgm:pt>
    <dgm:pt modelId="{B2060763-B47D-4211-90BE-29DA34EBC6FF}" type="parTrans" cxnId="{483CA3A0-7E1C-487E-9E44-042AD73B9917}">
      <dgm:prSet/>
      <dgm:spPr/>
      <dgm:t>
        <a:bodyPr/>
        <a:lstStyle/>
        <a:p>
          <a:endParaRPr lang="pt-BR"/>
        </a:p>
      </dgm:t>
    </dgm:pt>
    <dgm:pt modelId="{9C55B19E-1647-4684-9A0E-C937BAE12230}" type="sibTrans" cxnId="{483CA3A0-7E1C-487E-9E44-042AD73B9917}">
      <dgm:prSet/>
      <dgm:spPr/>
      <dgm:t>
        <a:bodyPr/>
        <a:lstStyle/>
        <a:p>
          <a:endParaRPr lang="pt-BR"/>
        </a:p>
      </dgm:t>
    </dgm:pt>
    <dgm:pt modelId="{1283C626-4CB5-4302-A23F-BD160B35095A}">
      <dgm:prSet phldrT="[Texto]"/>
      <dgm:spPr/>
      <dgm:t>
        <a:bodyPr/>
        <a:lstStyle/>
        <a:p>
          <a:r>
            <a:rPr lang="pt-BR" dirty="0" smtClean="0"/>
            <a:t>1987</a:t>
          </a:r>
          <a:endParaRPr lang="pt-BR" dirty="0"/>
        </a:p>
      </dgm:t>
    </dgm:pt>
    <dgm:pt modelId="{744EB2A3-450F-4D01-9F41-C08C56D660CC}" type="parTrans" cxnId="{C0B389E2-5F88-4D2C-8AA7-79B29200E40C}">
      <dgm:prSet/>
      <dgm:spPr/>
      <dgm:t>
        <a:bodyPr/>
        <a:lstStyle/>
        <a:p>
          <a:endParaRPr lang="pt-BR"/>
        </a:p>
      </dgm:t>
    </dgm:pt>
    <dgm:pt modelId="{B5D846E3-401D-4B16-B6F2-830CE4702373}" type="sibTrans" cxnId="{C0B389E2-5F88-4D2C-8AA7-79B29200E40C}">
      <dgm:prSet/>
      <dgm:spPr/>
      <dgm:t>
        <a:bodyPr/>
        <a:lstStyle/>
        <a:p>
          <a:endParaRPr lang="pt-BR"/>
        </a:p>
      </dgm:t>
    </dgm:pt>
    <dgm:pt modelId="{A0AE1236-4AC8-4C8E-B463-AFFB9494E867}">
      <dgm:prSet phldrT="[Texto]"/>
      <dgm:spPr/>
      <dgm:t>
        <a:bodyPr/>
        <a:lstStyle/>
        <a:p>
          <a:r>
            <a:rPr lang="pt-BR" dirty="0" smtClean="0"/>
            <a:t>Kent Back</a:t>
          </a:r>
          <a:endParaRPr lang="pt-BR" dirty="0"/>
        </a:p>
      </dgm:t>
    </dgm:pt>
    <dgm:pt modelId="{39A44F79-1850-4D45-AD24-1AAE2B2FA6AB}" type="parTrans" cxnId="{BE59DF47-1F58-4EF4-B326-C7B2F9051900}">
      <dgm:prSet/>
      <dgm:spPr/>
      <dgm:t>
        <a:bodyPr/>
        <a:lstStyle/>
        <a:p>
          <a:endParaRPr lang="pt-BR"/>
        </a:p>
      </dgm:t>
    </dgm:pt>
    <dgm:pt modelId="{37615C9A-4A87-432A-8D40-1DAD1D602A88}" type="sibTrans" cxnId="{BE59DF47-1F58-4EF4-B326-C7B2F9051900}">
      <dgm:prSet/>
      <dgm:spPr/>
      <dgm:t>
        <a:bodyPr/>
        <a:lstStyle/>
        <a:p>
          <a:endParaRPr lang="pt-BR"/>
        </a:p>
      </dgm:t>
    </dgm:pt>
    <dgm:pt modelId="{FA1E0B48-02AA-4110-A766-42901BA49C87}">
      <dgm:prSet phldrT="[Texto]"/>
      <dgm:spPr/>
      <dgm:t>
        <a:bodyPr/>
        <a:lstStyle/>
        <a:p>
          <a:r>
            <a:rPr lang="pt-BR" dirty="0" smtClean="0"/>
            <a:t>Ward Cunningham</a:t>
          </a:r>
          <a:endParaRPr lang="pt-BR" dirty="0"/>
        </a:p>
      </dgm:t>
    </dgm:pt>
    <dgm:pt modelId="{897AA830-45D4-49CD-A785-076CD41B21A9}" type="parTrans" cxnId="{883323EA-369E-4D46-AC36-89FC0C1786BC}">
      <dgm:prSet/>
      <dgm:spPr/>
      <dgm:t>
        <a:bodyPr/>
        <a:lstStyle/>
        <a:p>
          <a:endParaRPr lang="pt-BR"/>
        </a:p>
      </dgm:t>
    </dgm:pt>
    <dgm:pt modelId="{E3124427-1B70-41DE-B571-156AE6435268}" type="sibTrans" cxnId="{883323EA-369E-4D46-AC36-89FC0C1786BC}">
      <dgm:prSet/>
      <dgm:spPr/>
      <dgm:t>
        <a:bodyPr/>
        <a:lstStyle/>
        <a:p>
          <a:endParaRPr lang="pt-BR"/>
        </a:p>
      </dgm:t>
    </dgm:pt>
    <dgm:pt modelId="{F08E54A2-1597-49A7-8CB4-09A72B876EA6}">
      <dgm:prSet phldrT="[Texto]"/>
      <dgm:spPr/>
      <dgm:t>
        <a:bodyPr/>
        <a:lstStyle/>
        <a:p>
          <a:r>
            <a:rPr lang="pt-BR" dirty="0" err="1" smtClean="0"/>
            <a:t>Chritopher</a:t>
          </a:r>
          <a:r>
            <a:rPr lang="pt-BR" dirty="0" smtClean="0"/>
            <a:t> </a:t>
          </a:r>
          <a:r>
            <a:rPr lang="pt-BR" dirty="0" err="1" smtClean="0"/>
            <a:t>alexander</a:t>
          </a:r>
          <a:endParaRPr lang="pt-BR" dirty="0"/>
        </a:p>
      </dgm:t>
    </dgm:pt>
    <dgm:pt modelId="{CC55CBB7-553F-41BE-8DB7-AA62A80E4AFD}" type="sibTrans" cxnId="{8F3A3815-57B4-4BB9-8C1F-69CF51BA1328}">
      <dgm:prSet/>
      <dgm:spPr/>
      <dgm:t>
        <a:bodyPr/>
        <a:lstStyle/>
        <a:p>
          <a:endParaRPr lang="pt-BR"/>
        </a:p>
      </dgm:t>
    </dgm:pt>
    <dgm:pt modelId="{817BE7B1-7534-4CBD-9ED3-F147AE557A90}" type="parTrans" cxnId="{8F3A3815-57B4-4BB9-8C1F-69CF51BA1328}">
      <dgm:prSet/>
      <dgm:spPr/>
      <dgm:t>
        <a:bodyPr/>
        <a:lstStyle/>
        <a:p>
          <a:endParaRPr lang="pt-BR"/>
        </a:p>
      </dgm:t>
    </dgm:pt>
    <dgm:pt modelId="{4A0C7687-1CA0-44F1-98B7-F262663A916D}" type="pres">
      <dgm:prSet presAssocID="{E2901A42-498A-44C4-9CB8-4358A1F4C2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4D9AC6D-900E-4B79-A8D2-24B82F01266C}" type="pres">
      <dgm:prSet presAssocID="{E2901A42-498A-44C4-9CB8-4358A1F4C2F1}" presName="arrow" presStyleLbl="bgShp" presStyleIdx="0" presStyleCnt="1"/>
      <dgm:spPr/>
    </dgm:pt>
    <dgm:pt modelId="{FCA3DBB3-0CFB-4CE4-A460-7719ADE5CBDF}" type="pres">
      <dgm:prSet presAssocID="{E2901A42-498A-44C4-9CB8-4358A1F4C2F1}" presName="points" presStyleCnt="0"/>
      <dgm:spPr/>
    </dgm:pt>
    <dgm:pt modelId="{07D512B5-4B87-4468-A68F-89FE44E36249}" type="pres">
      <dgm:prSet presAssocID="{B5E7095B-FF7A-46E1-BC23-F572997FC9AF}" presName="compositeA" presStyleCnt="0"/>
      <dgm:spPr/>
    </dgm:pt>
    <dgm:pt modelId="{DD97B0D6-73CD-40C9-8E26-81C761C873D5}" type="pres">
      <dgm:prSet presAssocID="{B5E7095B-FF7A-46E1-BC23-F572997FC9AF}" presName="textA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984FC3-A0B3-4828-9632-0CD9718624E8}" type="pres">
      <dgm:prSet presAssocID="{B5E7095B-FF7A-46E1-BC23-F572997FC9AF}" presName="circleA" presStyleLbl="node1" presStyleIdx="0" presStyleCnt="2"/>
      <dgm:spPr/>
    </dgm:pt>
    <dgm:pt modelId="{B797E8F1-6DE7-4ECC-B6E1-2F3CD7277E08}" type="pres">
      <dgm:prSet presAssocID="{B5E7095B-FF7A-46E1-BC23-F572997FC9AF}" presName="spaceA" presStyleCnt="0"/>
      <dgm:spPr/>
    </dgm:pt>
    <dgm:pt modelId="{E49A6BF2-466B-4F66-9CFF-FFC3F237CC60}" type="pres">
      <dgm:prSet presAssocID="{9C55B19E-1647-4684-9A0E-C937BAE12230}" presName="space" presStyleCnt="0"/>
      <dgm:spPr/>
    </dgm:pt>
    <dgm:pt modelId="{745469D6-78C1-4B44-A185-7CB585A0A54F}" type="pres">
      <dgm:prSet presAssocID="{1283C626-4CB5-4302-A23F-BD160B35095A}" presName="compositeB" presStyleCnt="0"/>
      <dgm:spPr/>
    </dgm:pt>
    <dgm:pt modelId="{3BCC6BC2-FF4C-4C2D-9B27-29121AA009E5}" type="pres">
      <dgm:prSet presAssocID="{1283C626-4CB5-4302-A23F-BD160B35095A}" presName="textB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5E3ECA-22EF-4367-8AA1-377DE8006EF9}" type="pres">
      <dgm:prSet presAssocID="{1283C626-4CB5-4302-A23F-BD160B35095A}" presName="circleB" presStyleLbl="node1" presStyleIdx="1" presStyleCnt="2"/>
      <dgm:spPr/>
    </dgm:pt>
    <dgm:pt modelId="{2EA8877E-E234-48FD-83B4-6A98E2A71131}" type="pres">
      <dgm:prSet presAssocID="{1283C626-4CB5-4302-A23F-BD160B35095A}" presName="spaceB" presStyleCnt="0"/>
      <dgm:spPr/>
    </dgm:pt>
  </dgm:ptLst>
  <dgm:cxnLst>
    <dgm:cxn modelId="{483CA3A0-7E1C-487E-9E44-042AD73B9917}" srcId="{E2901A42-498A-44C4-9CB8-4358A1F4C2F1}" destId="{B5E7095B-FF7A-46E1-BC23-F572997FC9AF}" srcOrd="0" destOrd="0" parTransId="{B2060763-B47D-4211-90BE-29DA34EBC6FF}" sibTransId="{9C55B19E-1647-4684-9A0E-C937BAE12230}"/>
    <dgm:cxn modelId="{9CD8E424-4305-4B52-B508-B951E9ABDF04}" type="presOf" srcId="{E2901A42-498A-44C4-9CB8-4358A1F4C2F1}" destId="{4A0C7687-1CA0-44F1-98B7-F262663A916D}" srcOrd="0" destOrd="0" presId="urn:microsoft.com/office/officeart/2005/8/layout/hProcess11"/>
    <dgm:cxn modelId="{2E24EB2B-0088-4EA1-B560-0D164D0875D5}" type="presOf" srcId="{A0AE1236-4AC8-4C8E-B463-AFFB9494E867}" destId="{3BCC6BC2-FF4C-4C2D-9B27-29121AA009E5}" srcOrd="0" destOrd="1" presId="urn:microsoft.com/office/officeart/2005/8/layout/hProcess11"/>
    <dgm:cxn modelId="{EF43AD39-7D3E-4409-A385-EF53D0EAB6D7}" type="presOf" srcId="{B5E7095B-FF7A-46E1-BC23-F572997FC9AF}" destId="{DD97B0D6-73CD-40C9-8E26-81C761C873D5}" srcOrd="0" destOrd="0" presId="urn:microsoft.com/office/officeart/2005/8/layout/hProcess11"/>
    <dgm:cxn modelId="{C0B389E2-5F88-4D2C-8AA7-79B29200E40C}" srcId="{E2901A42-498A-44C4-9CB8-4358A1F4C2F1}" destId="{1283C626-4CB5-4302-A23F-BD160B35095A}" srcOrd="1" destOrd="0" parTransId="{744EB2A3-450F-4D01-9F41-C08C56D660CC}" sibTransId="{B5D846E3-401D-4B16-B6F2-830CE4702373}"/>
    <dgm:cxn modelId="{657BBFFD-1137-436E-AE31-66061F8AAF5F}" type="presOf" srcId="{F08E54A2-1597-49A7-8CB4-09A72B876EA6}" destId="{DD97B0D6-73CD-40C9-8E26-81C761C873D5}" srcOrd="0" destOrd="1" presId="urn:microsoft.com/office/officeart/2005/8/layout/hProcess11"/>
    <dgm:cxn modelId="{099EE6EB-67A6-4834-AE8E-599A9E466751}" type="presOf" srcId="{1283C626-4CB5-4302-A23F-BD160B35095A}" destId="{3BCC6BC2-FF4C-4C2D-9B27-29121AA009E5}" srcOrd="0" destOrd="0" presId="urn:microsoft.com/office/officeart/2005/8/layout/hProcess11"/>
    <dgm:cxn modelId="{883323EA-369E-4D46-AC36-89FC0C1786BC}" srcId="{1283C626-4CB5-4302-A23F-BD160B35095A}" destId="{FA1E0B48-02AA-4110-A766-42901BA49C87}" srcOrd="1" destOrd="0" parTransId="{897AA830-45D4-49CD-A785-076CD41B21A9}" sibTransId="{E3124427-1B70-41DE-B571-156AE6435268}"/>
    <dgm:cxn modelId="{8F3A3815-57B4-4BB9-8C1F-69CF51BA1328}" srcId="{B5E7095B-FF7A-46E1-BC23-F572997FC9AF}" destId="{F08E54A2-1597-49A7-8CB4-09A72B876EA6}" srcOrd="0" destOrd="0" parTransId="{817BE7B1-7534-4CBD-9ED3-F147AE557A90}" sibTransId="{CC55CBB7-553F-41BE-8DB7-AA62A80E4AFD}"/>
    <dgm:cxn modelId="{E78538F3-DB4A-494A-81C1-BBCEEC21C790}" type="presOf" srcId="{FA1E0B48-02AA-4110-A766-42901BA49C87}" destId="{3BCC6BC2-FF4C-4C2D-9B27-29121AA009E5}" srcOrd="0" destOrd="2" presId="urn:microsoft.com/office/officeart/2005/8/layout/hProcess11"/>
    <dgm:cxn modelId="{BE59DF47-1F58-4EF4-B326-C7B2F9051900}" srcId="{1283C626-4CB5-4302-A23F-BD160B35095A}" destId="{A0AE1236-4AC8-4C8E-B463-AFFB9494E867}" srcOrd="0" destOrd="0" parTransId="{39A44F79-1850-4D45-AD24-1AAE2B2FA6AB}" sibTransId="{37615C9A-4A87-432A-8D40-1DAD1D602A88}"/>
    <dgm:cxn modelId="{CDCB495A-04AF-4C1C-BBB5-1F026840A160}" type="presParOf" srcId="{4A0C7687-1CA0-44F1-98B7-F262663A916D}" destId="{94D9AC6D-900E-4B79-A8D2-24B82F01266C}" srcOrd="0" destOrd="0" presId="urn:microsoft.com/office/officeart/2005/8/layout/hProcess11"/>
    <dgm:cxn modelId="{756ED68B-9578-4116-9FF3-78797343D323}" type="presParOf" srcId="{4A0C7687-1CA0-44F1-98B7-F262663A916D}" destId="{FCA3DBB3-0CFB-4CE4-A460-7719ADE5CBDF}" srcOrd="1" destOrd="0" presId="urn:microsoft.com/office/officeart/2005/8/layout/hProcess11"/>
    <dgm:cxn modelId="{51BED18F-A236-4C55-BA7C-F2217C6AA3D2}" type="presParOf" srcId="{FCA3DBB3-0CFB-4CE4-A460-7719ADE5CBDF}" destId="{07D512B5-4B87-4468-A68F-89FE44E36249}" srcOrd="0" destOrd="0" presId="urn:microsoft.com/office/officeart/2005/8/layout/hProcess11"/>
    <dgm:cxn modelId="{772C8446-F447-4609-AA58-BC6B34173FB7}" type="presParOf" srcId="{07D512B5-4B87-4468-A68F-89FE44E36249}" destId="{DD97B0D6-73CD-40C9-8E26-81C761C873D5}" srcOrd="0" destOrd="0" presId="urn:microsoft.com/office/officeart/2005/8/layout/hProcess11"/>
    <dgm:cxn modelId="{445DE7FD-0FF0-48ED-B309-A4E32E266890}" type="presParOf" srcId="{07D512B5-4B87-4468-A68F-89FE44E36249}" destId="{2F984FC3-A0B3-4828-9632-0CD9718624E8}" srcOrd="1" destOrd="0" presId="urn:microsoft.com/office/officeart/2005/8/layout/hProcess11"/>
    <dgm:cxn modelId="{1A4C9C23-9DB7-40A7-AB67-BADB35C52694}" type="presParOf" srcId="{07D512B5-4B87-4468-A68F-89FE44E36249}" destId="{B797E8F1-6DE7-4ECC-B6E1-2F3CD7277E08}" srcOrd="2" destOrd="0" presId="urn:microsoft.com/office/officeart/2005/8/layout/hProcess11"/>
    <dgm:cxn modelId="{581A1468-5278-4C5E-BEE2-31458ACBD37C}" type="presParOf" srcId="{FCA3DBB3-0CFB-4CE4-A460-7719ADE5CBDF}" destId="{E49A6BF2-466B-4F66-9CFF-FFC3F237CC60}" srcOrd="1" destOrd="0" presId="urn:microsoft.com/office/officeart/2005/8/layout/hProcess11"/>
    <dgm:cxn modelId="{F3C32FF2-2D2F-4593-8508-B90F72AF997A}" type="presParOf" srcId="{FCA3DBB3-0CFB-4CE4-A460-7719ADE5CBDF}" destId="{745469D6-78C1-4B44-A185-7CB585A0A54F}" srcOrd="2" destOrd="0" presId="urn:microsoft.com/office/officeart/2005/8/layout/hProcess11"/>
    <dgm:cxn modelId="{A1CA6A83-78A8-4818-A997-6B5CC608FE7D}" type="presParOf" srcId="{745469D6-78C1-4B44-A185-7CB585A0A54F}" destId="{3BCC6BC2-FF4C-4C2D-9B27-29121AA009E5}" srcOrd="0" destOrd="0" presId="urn:microsoft.com/office/officeart/2005/8/layout/hProcess11"/>
    <dgm:cxn modelId="{9E1B91DB-5221-4C1C-85F9-E154E0D1E6F6}" type="presParOf" srcId="{745469D6-78C1-4B44-A185-7CB585A0A54F}" destId="{AB5E3ECA-22EF-4367-8AA1-377DE8006EF9}" srcOrd="1" destOrd="0" presId="urn:microsoft.com/office/officeart/2005/8/layout/hProcess11"/>
    <dgm:cxn modelId="{5630F597-8EA1-479B-860E-102AF9123184}" type="presParOf" srcId="{745469D6-78C1-4B44-A185-7CB585A0A54F}" destId="{2EA8877E-E234-48FD-83B4-6A98E2A7113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901A42-498A-44C4-9CB8-4358A1F4C2F1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B5E7095B-FF7A-46E1-BC23-F572997FC9AF}">
      <dgm:prSet phldrT="[Texto]"/>
      <dgm:spPr/>
      <dgm:t>
        <a:bodyPr/>
        <a:lstStyle/>
        <a:p>
          <a:r>
            <a:rPr lang="pt-BR" dirty="0" smtClean="0"/>
            <a:t>1977</a:t>
          </a:r>
          <a:endParaRPr lang="pt-BR" dirty="0"/>
        </a:p>
      </dgm:t>
    </dgm:pt>
    <dgm:pt modelId="{B2060763-B47D-4211-90BE-29DA34EBC6FF}" type="parTrans" cxnId="{483CA3A0-7E1C-487E-9E44-042AD73B9917}">
      <dgm:prSet/>
      <dgm:spPr/>
      <dgm:t>
        <a:bodyPr/>
        <a:lstStyle/>
        <a:p>
          <a:endParaRPr lang="pt-BR"/>
        </a:p>
      </dgm:t>
    </dgm:pt>
    <dgm:pt modelId="{9C55B19E-1647-4684-9A0E-C937BAE12230}" type="sibTrans" cxnId="{483CA3A0-7E1C-487E-9E44-042AD73B9917}">
      <dgm:prSet/>
      <dgm:spPr/>
      <dgm:t>
        <a:bodyPr/>
        <a:lstStyle/>
        <a:p>
          <a:endParaRPr lang="pt-BR"/>
        </a:p>
      </dgm:t>
    </dgm:pt>
    <dgm:pt modelId="{1283C626-4CB5-4302-A23F-BD160B35095A}">
      <dgm:prSet phldrT="[Texto]"/>
      <dgm:spPr/>
      <dgm:t>
        <a:bodyPr/>
        <a:lstStyle/>
        <a:p>
          <a:r>
            <a:rPr lang="pt-BR" dirty="0" smtClean="0"/>
            <a:t>1987</a:t>
          </a:r>
          <a:endParaRPr lang="pt-BR" dirty="0"/>
        </a:p>
      </dgm:t>
    </dgm:pt>
    <dgm:pt modelId="{744EB2A3-450F-4D01-9F41-C08C56D660CC}" type="parTrans" cxnId="{C0B389E2-5F88-4D2C-8AA7-79B29200E40C}">
      <dgm:prSet/>
      <dgm:spPr/>
      <dgm:t>
        <a:bodyPr/>
        <a:lstStyle/>
        <a:p>
          <a:endParaRPr lang="pt-BR"/>
        </a:p>
      </dgm:t>
    </dgm:pt>
    <dgm:pt modelId="{B5D846E3-401D-4B16-B6F2-830CE4702373}" type="sibTrans" cxnId="{C0B389E2-5F88-4D2C-8AA7-79B29200E40C}">
      <dgm:prSet/>
      <dgm:spPr/>
      <dgm:t>
        <a:bodyPr/>
        <a:lstStyle/>
        <a:p>
          <a:endParaRPr lang="pt-BR"/>
        </a:p>
      </dgm:t>
    </dgm:pt>
    <dgm:pt modelId="{A0AE1236-4AC8-4C8E-B463-AFFB9494E867}">
      <dgm:prSet phldrT="[Texto]"/>
      <dgm:spPr/>
      <dgm:t>
        <a:bodyPr/>
        <a:lstStyle/>
        <a:p>
          <a:r>
            <a:rPr lang="pt-BR" dirty="0" smtClean="0"/>
            <a:t>Kent Back</a:t>
          </a:r>
          <a:endParaRPr lang="pt-BR" dirty="0"/>
        </a:p>
      </dgm:t>
    </dgm:pt>
    <dgm:pt modelId="{39A44F79-1850-4D45-AD24-1AAE2B2FA6AB}" type="parTrans" cxnId="{BE59DF47-1F58-4EF4-B326-C7B2F9051900}">
      <dgm:prSet/>
      <dgm:spPr/>
      <dgm:t>
        <a:bodyPr/>
        <a:lstStyle/>
        <a:p>
          <a:endParaRPr lang="pt-BR"/>
        </a:p>
      </dgm:t>
    </dgm:pt>
    <dgm:pt modelId="{37615C9A-4A87-432A-8D40-1DAD1D602A88}" type="sibTrans" cxnId="{BE59DF47-1F58-4EF4-B326-C7B2F9051900}">
      <dgm:prSet/>
      <dgm:spPr/>
      <dgm:t>
        <a:bodyPr/>
        <a:lstStyle/>
        <a:p>
          <a:endParaRPr lang="pt-BR"/>
        </a:p>
      </dgm:t>
    </dgm:pt>
    <dgm:pt modelId="{FA1E0B48-02AA-4110-A766-42901BA49C87}">
      <dgm:prSet phldrT="[Texto]"/>
      <dgm:spPr/>
      <dgm:t>
        <a:bodyPr/>
        <a:lstStyle/>
        <a:p>
          <a:r>
            <a:rPr lang="pt-BR" dirty="0" smtClean="0"/>
            <a:t>Ward Cunningham</a:t>
          </a:r>
          <a:endParaRPr lang="pt-BR" dirty="0"/>
        </a:p>
      </dgm:t>
    </dgm:pt>
    <dgm:pt modelId="{897AA830-45D4-49CD-A785-076CD41B21A9}" type="parTrans" cxnId="{883323EA-369E-4D46-AC36-89FC0C1786BC}">
      <dgm:prSet/>
      <dgm:spPr/>
      <dgm:t>
        <a:bodyPr/>
        <a:lstStyle/>
        <a:p>
          <a:endParaRPr lang="pt-BR"/>
        </a:p>
      </dgm:t>
    </dgm:pt>
    <dgm:pt modelId="{E3124427-1B70-41DE-B571-156AE6435268}" type="sibTrans" cxnId="{883323EA-369E-4D46-AC36-89FC0C1786BC}">
      <dgm:prSet/>
      <dgm:spPr/>
      <dgm:t>
        <a:bodyPr/>
        <a:lstStyle/>
        <a:p>
          <a:endParaRPr lang="pt-BR"/>
        </a:p>
      </dgm:t>
    </dgm:pt>
    <dgm:pt modelId="{F08E54A2-1597-49A7-8CB4-09A72B876EA6}">
      <dgm:prSet phldrT="[Texto]"/>
      <dgm:spPr/>
      <dgm:t>
        <a:bodyPr/>
        <a:lstStyle/>
        <a:p>
          <a:r>
            <a:rPr lang="pt-BR" dirty="0" err="1" smtClean="0"/>
            <a:t>Chritopher</a:t>
          </a:r>
          <a:r>
            <a:rPr lang="pt-BR" dirty="0" smtClean="0"/>
            <a:t> </a:t>
          </a:r>
          <a:r>
            <a:rPr lang="pt-BR" dirty="0" err="1" smtClean="0"/>
            <a:t>alexander</a:t>
          </a:r>
          <a:endParaRPr lang="pt-BR" dirty="0"/>
        </a:p>
      </dgm:t>
    </dgm:pt>
    <dgm:pt modelId="{CC55CBB7-553F-41BE-8DB7-AA62A80E4AFD}" type="sibTrans" cxnId="{8F3A3815-57B4-4BB9-8C1F-69CF51BA1328}">
      <dgm:prSet/>
      <dgm:spPr/>
      <dgm:t>
        <a:bodyPr/>
        <a:lstStyle/>
        <a:p>
          <a:endParaRPr lang="pt-BR"/>
        </a:p>
      </dgm:t>
    </dgm:pt>
    <dgm:pt modelId="{817BE7B1-7534-4CBD-9ED3-F147AE557A90}" type="parTrans" cxnId="{8F3A3815-57B4-4BB9-8C1F-69CF51BA1328}">
      <dgm:prSet/>
      <dgm:spPr/>
      <dgm:t>
        <a:bodyPr/>
        <a:lstStyle/>
        <a:p>
          <a:endParaRPr lang="pt-BR"/>
        </a:p>
      </dgm:t>
    </dgm:pt>
    <dgm:pt modelId="{06FF7EEB-65A0-48F5-971F-04D3F5803B74}">
      <dgm:prSet phldrT="[Texto]"/>
      <dgm:spPr/>
      <dgm:t>
        <a:bodyPr/>
        <a:lstStyle/>
        <a:p>
          <a:r>
            <a:rPr lang="pt-BR" dirty="0" smtClean="0"/>
            <a:t>1995</a:t>
          </a:r>
          <a:endParaRPr lang="pt-BR" dirty="0"/>
        </a:p>
      </dgm:t>
    </dgm:pt>
    <dgm:pt modelId="{4B2F8313-5729-40A8-8722-C202F2DC7115}" type="parTrans" cxnId="{3CEDD3ED-1864-4750-B08B-FD9542620784}">
      <dgm:prSet/>
      <dgm:spPr/>
      <dgm:t>
        <a:bodyPr/>
        <a:lstStyle/>
        <a:p>
          <a:endParaRPr lang="pt-BR"/>
        </a:p>
      </dgm:t>
    </dgm:pt>
    <dgm:pt modelId="{145AAB38-C695-4228-A7F3-7FB7306D4BEB}" type="sibTrans" cxnId="{3CEDD3ED-1864-4750-B08B-FD9542620784}">
      <dgm:prSet/>
      <dgm:spPr/>
      <dgm:t>
        <a:bodyPr/>
        <a:lstStyle/>
        <a:p>
          <a:endParaRPr lang="pt-BR"/>
        </a:p>
      </dgm:t>
    </dgm:pt>
    <dgm:pt modelId="{3BF44555-8D7F-4800-A601-0E3383801B2B}">
      <dgm:prSet phldrT="[Texto]"/>
      <dgm:spPr/>
      <dgm:t>
        <a:bodyPr/>
        <a:lstStyle/>
        <a:p>
          <a:r>
            <a:rPr lang="pt-BR" dirty="0" smtClean="0"/>
            <a:t>Eric </a:t>
          </a:r>
          <a:r>
            <a:rPr lang="pt-BR" dirty="0" err="1" smtClean="0"/>
            <a:t>Gamma</a:t>
          </a:r>
          <a:endParaRPr lang="pt-BR" dirty="0"/>
        </a:p>
      </dgm:t>
    </dgm:pt>
    <dgm:pt modelId="{3331CA1F-FA3C-4FF4-ABF9-225D6AE40CA5}" type="parTrans" cxnId="{AA71358F-2316-40B2-A2AF-1BA1EC27DBF0}">
      <dgm:prSet/>
      <dgm:spPr/>
      <dgm:t>
        <a:bodyPr/>
        <a:lstStyle/>
        <a:p>
          <a:endParaRPr lang="pt-BR"/>
        </a:p>
      </dgm:t>
    </dgm:pt>
    <dgm:pt modelId="{B7E7C822-1153-438B-8896-43FEB83554BF}" type="sibTrans" cxnId="{AA71358F-2316-40B2-A2AF-1BA1EC27DBF0}">
      <dgm:prSet/>
      <dgm:spPr/>
      <dgm:t>
        <a:bodyPr/>
        <a:lstStyle/>
        <a:p>
          <a:endParaRPr lang="pt-BR"/>
        </a:p>
      </dgm:t>
    </dgm:pt>
    <dgm:pt modelId="{7B0E20A8-1A01-4C33-90E3-D8DCB268C033}">
      <dgm:prSet phldrT="[Texto]"/>
      <dgm:spPr/>
      <dgm:t>
        <a:bodyPr/>
        <a:lstStyle/>
        <a:p>
          <a:endParaRPr lang="pt-BR" dirty="0"/>
        </a:p>
      </dgm:t>
    </dgm:pt>
    <dgm:pt modelId="{F5E640E4-89FD-446F-9F9E-93D978AD1E27}" type="parTrans" cxnId="{13413746-7AB1-468B-8F8E-D08D2208425C}">
      <dgm:prSet/>
      <dgm:spPr/>
      <dgm:t>
        <a:bodyPr/>
        <a:lstStyle/>
        <a:p>
          <a:endParaRPr lang="pt-BR"/>
        </a:p>
      </dgm:t>
    </dgm:pt>
    <dgm:pt modelId="{B8CB5B15-847C-49CE-B510-A7C7C46AB3C4}" type="sibTrans" cxnId="{13413746-7AB1-468B-8F8E-D08D2208425C}">
      <dgm:prSet/>
      <dgm:spPr/>
      <dgm:t>
        <a:bodyPr/>
        <a:lstStyle/>
        <a:p>
          <a:endParaRPr lang="pt-BR"/>
        </a:p>
      </dgm:t>
    </dgm:pt>
    <dgm:pt modelId="{B1ECE3DA-90C5-4603-97AC-1E0087E5BB1A}">
      <dgm:prSet phldrT="[Texto]"/>
      <dgm:spPr/>
      <dgm:t>
        <a:bodyPr/>
        <a:lstStyle/>
        <a:p>
          <a:r>
            <a:rPr lang="pt-BR" dirty="0" smtClean="0"/>
            <a:t>Richard </a:t>
          </a:r>
          <a:r>
            <a:rPr lang="pt-BR" dirty="0" err="1" smtClean="0"/>
            <a:t>Helm</a:t>
          </a:r>
          <a:endParaRPr lang="pt-BR" dirty="0"/>
        </a:p>
      </dgm:t>
    </dgm:pt>
    <dgm:pt modelId="{859524A5-712A-4C35-994F-431B1EFB666C}" type="parTrans" cxnId="{B6AC361E-DC5E-4237-A6F4-CF912ABBA8BF}">
      <dgm:prSet/>
      <dgm:spPr/>
      <dgm:t>
        <a:bodyPr/>
        <a:lstStyle/>
        <a:p>
          <a:endParaRPr lang="pt-BR"/>
        </a:p>
      </dgm:t>
    </dgm:pt>
    <dgm:pt modelId="{50EE230D-B054-4815-9AA1-3AA2AD6A69E0}" type="sibTrans" cxnId="{B6AC361E-DC5E-4237-A6F4-CF912ABBA8BF}">
      <dgm:prSet/>
      <dgm:spPr/>
      <dgm:t>
        <a:bodyPr/>
        <a:lstStyle/>
        <a:p>
          <a:endParaRPr lang="pt-BR"/>
        </a:p>
      </dgm:t>
    </dgm:pt>
    <dgm:pt modelId="{57A0E92B-1D43-4215-A1ED-D7A2A22B92CE}">
      <dgm:prSet phldrT="[Texto]"/>
      <dgm:spPr/>
      <dgm:t>
        <a:bodyPr/>
        <a:lstStyle/>
        <a:p>
          <a:r>
            <a:rPr lang="pt-BR" dirty="0" smtClean="0"/>
            <a:t>Ralph </a:t>
          </a:r>
          <a:r>
            <a:rPr lang="pt-BR" dirty="0" err="1" smtClean="0"/>
            <a:t>jhonson</a:t>
          </a:r>
          <a:r>
            <a:rPr lang="pt-BR" dirty="0" smtClean="0"/>
            <a:t> e</a:t>
          </a:r>
          <a:endParaRPr lang="pt-BR" dirty="0"/>
        </a:p>
      </dgm:t>
    </dgm:pt>
    <dgm:pt modelId="{7DFB22CA-46CF-4B48-8CC7-AD184B19EAAD}" type="parTrans" cxnId="{62569BE6-1667-4876-A44B-1E6A8A5A770E}">
      <dgm:prSet/>
      <dgm:spPr/>
      <dgm:t>
        <a:bodyPr/>
        <a:lstStyle/>
        <a:p>
          <a:endParaRPr lang="pt-BR"/>
        </a:p>
      </dgm:t>
    </dgm:pt>
    <dgm:pt modelId="{BC4D0A7F-0E8E-4F5B-AFB3-08B5B0F4E2AC}" type="sibTrans" cxnId="{62569BE6-1667-4876-A44B-1E6A8A5A770E}">
      <dgm:prSet/>
      <dgm:spPr/>
      <dgm:t>
        <a:bodyPr/>
        <a:lstStyle/>
        <a:p>
          <a:endParaRPr lang="pt-BR"/>
        </a:p>
      </dgm:t>
    </dgm:pt>
    <dgm:pt modelId="{CEA348E8-66C5-43EB-B72A-6012BA946CCE}">
      <dgm:prSet phldrT="[Texto]"/>
      <dgm:spPr/>
      <dgm:t>
        <a:bodyPr/>
        <a:lstStyle/>
        <a:p>
          <a:r>
            <a:rPr lang="pt-BR" dirty="0" smtClean="0"/>
            <a:t>John </a:t>
          </a:r>
          <a:r>
            <a:rPr lang="pt-BR" dirty="0" err="1" smtClean="0"/>
            <a:t>Vlissides</a:t>
          </a:r>
          <a:endParaRPr lang="pt-BR" dirty="0"/>
        </a:p>
      </dgm:t>
    </dgm:pt>
    <dgm:pt modelId="{EA5C7EE1-DDA6-449F-A62E-8CB1170A996D}" type="parTrans" cxnId="{889B1BEA-3EA7-4B14-972E-788C83A1C3C7}">
      <dgm:prSet/>
      <dgm:spPr/>
      <dgm:t>
        <a:bodyPr/>
        <a:lstStyle/>
        <a:p>
          <a:endParaRPr lang="pt-BR"/>
        </a:p>
      </dgm:t>
    </dgm:pt>
    <dgm:pt modelId="{BF42C185-AD85-4852-B944-4BDFEC739538}" type="sibTrans" cxnId="{889B1BEA-3EA7-4B14-972E-788C83A1C3C7}">
      <dgm:prSet/>
      <dgm:spPr/>
      <dgm:t>
        <a:bodyPr/>
        <a:lstStyle/>
        <a:p>
          <a:endParaRPr lang="pt-BR"/>
        </a:p>
      </dgm:t>
    </dgm:pt>
    <dgm:pt modelId="{45265E96-3E41-46B9-AFE1-B76EA8FE8819}">
      <dgm:prSet phldrT="[Texto]"/>
      <dgm:spPr/>
      <dgm:t>
        <a:bodyPr/>
        <a:lstStyle/>
        <a:p>
          <a:r>
            <a:rPr lang="pt-BR" dirty="0" smtClean="0"/>
            <a:t>(GANG OF FOUR)</a:t>
          </a:r>
          <a:endParaRPr lang="pt-BR" dirty="0"/>
        </a:p>
      </dgm:t>
    </dgm:pt>
    <dgm:pt modelId="{6A067447-A613-4197-9819-FB275B67E09A}" type="parTrans" cxnId="{C771C4AF-6EED-4724-A8C9-2240806315D6}">
      <dgm:prSet/>
      <dgm:spPr/>
      <dgm:t>
        <a:bodyPr/>
        <a:lstStyle/>
        <a:p>
          <a:endParaRPr lang="pt-BR"/>
        </a:p>
      </dgm:t>
    </dgm:pt>
    <dgm:pt modelId="{D90F88C0-6C2D-4047-904A-694062EF6653}" type="sibTrans" cxnId="{C771C4AF-6EED-4724-A8C9-2240806315D6}">
      <dgm:prSet/>
      <dgm:spPr/>
      <dgm:t>
        <a:bodyPr/>
        <a:lstStyle/>
        <a:p>
          <a:endParaRPr lang="pt-BR"/>
        </a:p>
      </dgm:t>
    </dgm:pt>
    <dgm:pt modelId="{4A0C7687-1CA0-44F1-98B7-F262663A916D}" type="pres">
      <dgm:prSet presAssocID="{E2901A42-498A-44C4-9CB8-4358A1F4C2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4D9AC6D-900E-4B79-A8D2-24B82F01266C}" type="pres">
      <dgm:prSet presAssocID="{E2901A42-498A-44C4-9CB8-4358A1F4C2F1}" presName="arrow" presStyleLbl="bgShp" presStyleIdx="0" presStyleCnt="1"/>
      <dgm:spPr/>
    </dgm:pt>
    <dgm:pt modelId="{FCA3DBB3-0CFB-4CE4-A460-7719ADE5CBDF}" type="pres">
      <dgm:prSet presAssocID="{E2901A42-498A-44C4-9CB8-4358A1F4C2F1}" presName="points" presStyleCnt="0"/>
      <dgm:spPr/>
    </dgm:pt>
    <dgm:pt modelId="{07D512B5-4B87-4468-A68F-89FE44E36249}" type="pres">
      <dgm:prSet presAssocID="{B5E7095B-FF7A-46E1-BC23-F572997FC9AF}" presName="compositeA" presStyleCnt="0"/>
      <dgm:spPr/>
    </dgm:pt>
    <dgm:pt modelId="{DD97B0D6-73CD-40C9-8E26-81C761C873D5}" type="pres">
      <dgm:prSet presAssocID="{B5E7095B-FF7A-46E1-BC23-F572997FC9AF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984FC3-A0B3-4828-9632-0CD9718624E8}" type="pres">
      <dgm:prSet presAssocID="{B5E7095B-FF7A-46E1-BC23-F572997FC9AF}" presName="circleA" presStyleLbl="node1" presStyleIdx="0" presStyleCnt="3"/>
      <dgm:spPr/>
    </dgm:pt>
    <dgm:pt modelId="{B797E8F1-6DE7-4ECC-B6E1-2F3CD7277E08}" type="pres">
      <dgm:prSet presAssocID="{B5E7095B-FF7A-46E1-BC23-F572997FC9AF}" presName="spaceA" presStyleCnt="0"/>
      <dgm:spPr/>
    </dgm:pt>
    <dgm:pt modelId="{E49A6BF2-466B-4F66-9CFF-FFC3F237CC60}" type="pres">
      <dgm:prSet presAssocID="{9C55B19E-1647-4684-9A0E-C937BAE12230}" presName="space" presStyleCnt="0"/>
      <dgm:spPr/>
    </dgm:pt>
    <dgm:pt modelId="{745469D6-78C1-4B44-A185-7CB585A0A54F}" type="pres">
      <dgm:prSet presAssocID="{1283C626-4CB5-4302-A23F-BD160B35095A}" presName="compositeB" presStyleCnt="0"/>
      <dgm:spPr/>
    </dgm:pt>
    <dgm:pt modelId="{3BCC6BC2-FF4C-4C2D-9B27-29121AA009E5}" type="pres">
      <dgm:prSet presAssocID="{1283C626-4CB5-4302-A23F-BD160B35095A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5E3ECA-22EF-4367-8AA1-377DE8006EF9}" type="pres">
      <dgm:prSet presAssocID="{1283C626-4CB5-4302-A23F-BD160B35095A}" presName="circleB" presStyleLbl="node1" presStyleIdx="1" presStyleCnt="3"/>
      <dgm:spPr/>
    </dgm:pt>
    <dgm:pt modelId="{2EA8877E-E234-48FD-83B4-6A98E2A71131}" type="pres">
      <dgm:prSet presAssocID="{1283C626-4CB5-4302-A23F-BD160B35095A}" presName="spaceB" presStyleCnt="0"/>
      <dgm:spPr/>
    </dgm:pt>
    <dgm:pt modelId="{7BEA22A2-6F58-40C3-93F3-EF261659C0C2}" type="pres">
      <dgm:prSet presAssocID="{B5D846E3-401D-4B16-B6F2-830CE4702373}" presName="space" presStyleCnt="0"/>
      <dgm:spPr/>
    </dgm:pt>
    <dgm:pt modelId="{771BAD55-7F58-4170-9034-7ECB0AE97BC0}" type="pres">
      <dgm:prSet presAssocID="{06FF7EEB-65A0-48F5-971F-04D3F5803B74}" presName="compositeA" presStyleCnt="0"/>
      <dgm:spPr/>
    </dgm:pt>
    <dgm:pt modelId="{BCBE62D5-D7C2-41AF-858D-472140F6A0FA}" type="pres">
      <dgm:prSet presAssocID="{06FF7EEB-65A0-48F5-971F-04D3F5803B74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3289A45-7C74-446B-9ECB-EA74FEBB90F1}" type="pres">
      <dgm:prSet presAssocID="{06FF7EEB-65A0-48F5-971F-04D3F5803B74}" presName="circleA" presStyleLbl="node1" presStyleIdx="2" presStyleCnt="3"/>
      <dgm:spPr/>
    </dgm:pt>
    <dgm:pt modelId="{4829D4F3-E4A9-4321-9AE4-430908EA24E2}" type="pres">
      <dgm:prSet presAssocID="{06FF7EEB-65A0-48F5-971F-04D3F5803B74}" presName="spaceA" presStyleCnt="0"/>
      <dgm:spPr/>
    </dgm:pt>
  </dgm:ptLst>
  <dgm:cxnLst>
    <dgm:cxn modelId="{BB8A9CA1-ED1F-4F2B-AC44-BB57F16D70BB}" type="presOf" srcId="{45265E96-3E41-46B9-AFE1-B76EA8FE8819}" destId="{BCBE62D5-D7C2-41AF-858D-472140F6A0FA}" srcOrd="0" destOrd="5" presId="urn:microsoft.com/office/officeart/2005/8/layout/hProcess11"/>
    <dgm:cxn modelId="{B6AC361E-DC5E-4237-A6F4-CF912ABBA8BF}" srcId="{06FF7EEB-65A0-48F5-971F-04D3F5803B74}" destId="{B1ECE3DA-90C5-4603-97AC-1E0087E5BB1A}" srcOrd="1" destOrd="0" parTransId="{859524A5-712A-4C35-994F-431B1EFB666C}" sibTransId="{50EE230D-B054-4815-9AA1-3AA2AD6A69E0}"/>
    <dgm:cxn modelId="{DF19B543-D318-406A-9A2F-D80B5D876F7E}" type="presOf" srcId="{A0AE1236-4AC8-4C8E-B463-AFFB9494E867}" destId="{3BCC6BC2-FF4C-4C2D-9B27-29121AA009E5}" srcOrd="0" destOrd="1" presId="urn:microsoft.com/office/officeart/2005/8/layout/hProcess11"/>
    <dgm:cxn modelId="{3CEDD3ED-1864-4750-B08B-FD9542620784}" srcId="{E2901A42-498A-44C4-9CB8-4358A1F4C2F1}" destId="{06FF7EEB-65A0-48F5-971F-04D3F5803B74}" srcOrd="2" destOrd="0" parTransId="{4B2F8313-5729-40A8-8722-C202F2DC7115}" sibTransId="{145AAB38-C695-4228-A7F3-7FB7306D4BEB}"/>
    <dgm:cxn modelId="{3D3E2714-087D-4975-8390-88197153AF58}" type="presOf" srcId="{57A0E92B-1D43-4215-A1ED-D7A2A22B92CE}" destId="{BCBE62D5-D7C2-41AF-858D-472140F6A0FA}" srcOrd="0" destOrd="3" presId="urn:microsoft.com/office/officeart/2005/8/layout/hProcess11"/>
    <dgm:cxn modelId="{650BA336-A9DA-43FC-9C02-04E5033CE309}" type="presOf" srcId="{7B0E20A8-1A01-4C33-90E3-D8DCB268C033}" destId="{BCBE62D5-D7C2-41AF-858D-472140F6A0FA}" srcOrd="0" destOrd="6" presId="urn:microsoft.com/office/officeart/2005/8/layout/hProcess11"/>
    <dgm:cxn modelId="{2298D9C8-3BBF-42D9-A6CB-8F6C2D76C827}" type="presOf" srcId="{F08E54A2-1597-49A7-8CB4-09A72B876EA6}" destId="{DD97B0D6-73CD-40C9-8E26-81C761C873D5}" srcOrd="0" destOrd="1" presId="urn:microsoft.com/office/officeart/2005/8/layout/hProcess11"/>
    <dgm:cxn modelId="{883323EA-369E-4D46-AC36-89FC0C1786BC}" srcId="{1283C626-4CB5-4302-A23F-BD160B35095A}" destId="{FA1E0B48-02AA-4110-A766-42901BA49C87}" srcOrd="1" destOrd="0" parTransId="{897AA830-45D4-49CD-A785-076CD41B21A9}" sibTransId="{E3124427-1B70-41DE-B571-156AE6435268}"/>
    <dgm:cxn modelId="{8F3A3815-57B4-4BB9-8C1F-69CF51BA1328}" srcId="{B5E7095B-FF7A-46E1-BC23-F572997FC9AF}" destId="{F08E54A2-1597-49A7-8CB4-09A72B876EA6}" srcOrd="0" destOrd="0" parTransId="{817BE7B1-7534-4CBD-9ED3-F147AE557A90}" sibTransId="{CC55CBB7-553F-41BE-8DB7-AA62A80E4AFD}"/>
    <dgm:cxn modelId="{C771C4AF-6EED-4724-A8C9-2240806315D6}" srcId="{06FF7EEB-65A0-48F5-971F-04D3F5803B74}" destId="{45265E96-3E41-46B9-AFE1-B76EA8FE8819}" srcOrd="4" destOrd="0" parTransId="{6A067447-A613-4197-9819-FB275B67E09A}" sibTransId="{D90F88C0-6C2D-4047-904A-694062EF6653}"/>
    <dgm:cxn modelId="{BE59DF47-1F58-4EF4-B326-C7B2F9051900}" srcId="{1283C626-4CB5-4302-A23F-BD160B35095A}" destId="{A0AE1236-4AC8-4C8E-B463-AFFB9494E867}" srcOrd="0" destOrd="0" parTransId="{39A44F79-1850-4D45-AD24-1AAE2B2FA6AB}" sibTransId="{37615C9A-4A87-432A-8D40-1DAD1D602A88}"/>
    <dgm:cxn modelId="{889B1BEA-3EA7-4B14-972E-788C83A1C3C7}" srcId="{06FF7EEB-65A0-48F5-971F-04D3F5803B74}" destId="{CEA348E8-66C5-43EB-B72A-6012BA946CCE}" srcOrd="3" destOrd="0" parTransId="{EA5C7EE1-DDA6-449F-A62E-8CB1170A996D}" sibTransId="{BF42C185-AD85-4852-B944-4BDFEC739538}"/>
    <dgm:cxn modelId="{483CA3A0-7E1C-487E-9E44-042AD73B9917}" srcId="{E2901A42-498A-44C4-9CB8-4358A1F4C2F1}" destId="{B5E7095B-FF7A-46E1-BC23-F572997FC9AF}" srcOrd="0" destOrd="0" parTransId="{B2060763-B47D-4211-90BE-29DA34EBC6FF}" sibTransId="{9C55B19E-1647-4684-9A0E-C937BAE12230}"/>
    <dgm:cxn modelId="{2D2AF855-40F5-4E0D-8A30-E4FF8C93D6F6}" type="presOf" srcId="{E2901A42-498A-44C4-9CB8-4358A1F4C2F1}" destId="{4A0C7687-1CA0-44F1-98B7-F262663A916D}" srcOrd="0" destOrd="0" presId="urn:microsoft.com/office/officeart/2005/8/layout/hProcess11"/>
    <dgm:cxn modelId="{B5131ED8-092D-4266-AE99-B0ACAEB99B40}" type="presOf" srcId="{B1ECE3DA-90C5-4603-97AC-1E0087E5BB1A}" destId="{BCBE62D5-D7C2-41AF-858D-472140F6A0FA}" srcOrd="0" destOrd="2" presId="urn:microsoft.com/office/officeart/2005/8/layout/hProcess11"/>
    <dgm:cxn modelId="{C0B389E2-5F88-4D2C-8AA7-79B29200E40C}" srcId="{E2901A42-498A-44C4-9CB8-4358A1F4C2F1}" destId="{1283C626-4CB5-4302-A23F-BD160B35095A}" srcOrd="1" destOrd="0" parTransId="{744EB2A3-450F-4D01-9F41-C08C56D660CC}" sibTransId="{B5D846E3-401D-4B16-B6F2-830CE4702373}"/>
    <dgm:cxn modelId="{E3FC559E-DD4E-451A-BD4D-486FAF0A882F}" type="presOf" srcId="{FA1E0B48-02AA-4110-A766-42901BA49C87}" destId="{3BCC6BC2-FF4C-4C2D-9B27-29121AA009E5}" srcOrd="0" destOrd="2" presId="urn:microsoft.com/office/officeart/2005/8/layout/hProcess11"/>
    <dgm:cxn modelId="{FA3D133B-856B-490C-9B5F-B0D02E40760D}" type="presOf" srcId="{1283C626-4CB5-4302-A23F-BD160B35095A}" destId="{3BCC6BC2-FF4C-4C2D-9B27-29121AA009E5}" srcOrd="0" destOrd="0" presId="urn:microsoft.com/office/officeart/2005/8/layout/hProcess11"/>
    <dgm:cxn modelId="{13413746-7AB1-468B-8F8E-D08D2208425C}" srcId="{06FF7EEB-65A0-48F5-971F-04D3F5803B74}" destId="{7B0E20A8-1A01-4C33-90E3-D8DCB268C033}" srcOrd="5" destOrd="0" parTransId="{F5E640E4-89FD-446F-9F9E-93D978AD1E27}" sibTransId="{B8CB5B15-847C-49CE-B510-A7C7C46AB3C4}"/>
    <dgm:cxn modelId="{8CDE5498-04F3-49B5-BBB0-735FF550FAF7}" type="presOf" srcId="{CEA348E8-66C5-43EB-B72A-6012BA946CCE}" destId="{BCBE62D5-D7C2-41AF-858D-472140F6A0FA}" srcOrd="0" destOrd="4" presId="urn:microsoft.com/office/officeart/2005/8/layout/hProcess11"/>
    <dgm:cxn modelId="{AA71358F-2316-40B2-A2AF-1BA1EC27DBF0}" srcId="{06FF7EEB-65A0-48F5-971F-04D3F5803B74}" destId="{3BF44555-8D7F-4800-A601-0E3383801B2B}" srcOrd="0" destOrd="0" parTransId="{3331CA1F-FA3C-4FF4-ABF9-225D6AE40CA5}" sibTransId="{B7E7C822-1153-438B-8896-43FEB83554BF}"/>
    <dgm:cxn modelId="{62569BE6-1667-4876-A44B-1E6A8A5A770E}" srcId="{06FF7EEB-65A0-48F5-971F-04D3F5803B74}" destId="{57A0E92B-1D43-4215-A1ED-D7A2A22B92CE}" srcOrd="2" destOrd="0" parTransId="{7DFB22CA-46CF-4B48-8CC7-AD184B19EAAD}" sibTransId="{BC4D0A7F-0E8E-4F5B-AFB3-08B5B0F4E2AC}"/>
    <dgm:cxn modelId="{E279E94F-F061-40BB-91E6-15DC049218EF}" type="presOf" srcId="{06FF7EEB-65A0-48F5-971F-04D3F5803B74}" destId="{BCBE62D5-D7C2-41AF-858D-472140F6A0FA}" srcOrd="0" destOrd="0" presId="urn:microsoft.com/office/officeart/2005/8/layout/hProcess11"/>
    <dgm:cxn modelId="{F019E5AC-1F16-4B2B-A72C-03F0417C2F2A}" type="presOf" srcId="{3BF44555-8D7F-4800-A601-0E3383801B2B}" destId="{BCBE62D5-D7C2-41AF-858D-472140F6A0FA}" srcOrd="0" destOrd="1" presId="urn:microsoft.com/office/officeart/2005/8/layout/hProcess11"/>
    <dgm:cxn modelId="{90A87C9C-2A22-4239-A604-83BD1E1447D7}" type="presOf" srcId="{B5E7095B-FF7A-46E1-BC23-F572997FC9AF}" destId="{DD97B0D6-73CD-40C9-8E26-81C761C873D5}" srcOrd="0" destOrd="0" presId="urn:microsoft.com/office/officeart/2005/8/layout/hProcess11"/>
    <dgm:cxn modelId="{4F93BE3F-D935-47D4-9A94-AD5D7215B997}" type="presParOf" srcId="{4A0C7687-1CA0-44F1-98B7-F262663A916D}" destId="{94D9AC6D-900E-4B79-A8D2-24B82F01266C}" srcOrd="0" destOrd="0" presId="urn:microsoft.com/office/officeart/2005/8/layout/hProcess11"/>
    <dgm:cxn modelId="{973AB524-0066-4E0E-A283-515F267C6490}" type="presParOf" srcId="{4A0C7687-1CA0-44F1-98B7-F262663A916D}" destId="{FCA3DBB3-0CFB-4CE4-A460-7719ADE5CBDF}" srcOrd="1" destOrd="0" presId="urn:microsoft.com/office/officeart/2005/8/layout/hProcess11"/>
    <dgm:cxn modelId="{FFA16922-3F1F-4232-88D7-EA66A9B3AA4B}" type="presParOf" srcId="{FCA3DBB3-0CFB-4CE4-A460-7719ADE5CBDF}" destId="{07D512B5-4B87-4468-A68F-89FE44E36249}" srcOrd="0" destOrd="0" presId="urn:microsoft.com/office/officeart/2005/8/layout/hProcess11"/>
    <dgm:cxn modelId="{1ECA0E01-6782-4206-8887-3A5626A86713}" type="presParOf" srcId="{07D512B5-4B87-4468-A68F-89FE44E36249}" destId="{DD97B0D6-73CD-40C9-8E26-81C761C873D5}" srcOrd="0" destOrd="0" presId="urn:microsoft.com/office/officeart/2005/8/layout/hProcess11"/>
    <dgm:cxn modelId="{686BA744-619B-46BE-A902-C64475C86678}" type="presParOf" srcId="{07D512B5-4B87-4468-A68F-89FE44E36249}" destId="{2F984FC3-A0B3-4828-9632-0CD9718624E8}" srcOrd="1" destOrd="0" presId="urn:microsoft.com/office/officeart/2005/8/layout/hProcess11"/>
    <dgm:cxn modelId="{7DF6223C-1A69-4F29-8E6C-93903A5672FA}" type="presParOf" srcId="{07D512B5-4B87-4468-A68F-89FE44E36249}" destId="{B797E8F1-6DE7-4ECC-B6E1-2F3CD7277E08}" srcOrd="2" destOrd="0" presId="urn:microsoft.com/office/officeart/2005/8/layout/hProcess11"/>
    <dgm:cxn modelId="{5F578B90-7FC0-4A8D-8367-8AC0AF52E31A}" type="presParOf" srcId="{FCA3DBB3-0CFB-4CE4-A460-7719ADE5CBDF}" destId="{E49A6BF2-466B-4F66-9CFF-FFC3F237CC60}" srcOrd="1" destOrd="0" presId="urn:microsoft.com/office/officeart/2005/8/layout/hProcess11"/>
    <dgm:cxn modelId="{25370482-15BE-4786-A636-5A0ECB1E4757}" type="presParOf" srcId="{FCA3DBB3-0CFB-4CE4-A460-7719ADE5CBDF}" destId="{745469D6-78C1-4B44-A185-7CB585A0A54F}" srcOrd="2" destOrd="0" presId="urn:microsoft.com/office/officeart/2005/8/layout/hProcess11"/>
    <dgm:cxn modelId="{42AF8859-2924-41DA-95B8-52FDF16BEB60}" type="presParOf" srcId="{745469D6-78C1-4B44-A185-7CB585A0A54F}" destId="{3BCC6BC2-FF4C-4C2D-9B27-29121AA009E5}" srcOrd="0" destOrd="0" presId="urn:microsoft.com/office/officeart/2005/8/layout/hProcess11"/>
    <dgm:cxn modelId="{BB763614-791B-4DBF-A2C2-BB0461CBF8B4}" type="presParOf" srcId="{745469D6-78C1-4B44-A185-7CB585A0A54F}" destId="{AB5E3ECA-22EF-4367-8AA1-377DE8006EF9}" srcOrd="1" destOrd="0" presId="urn:microsoft.com/office/officeart/2005/8/layout/hProcess11"/>
    <dgm:cxn modelId="{063CAAF4-DF86-40E5-91BA-A03C3D138333}" type="presParOf" srcId="{745469D6-78C1-4B44-A185-7CB585A0A54F}" destId="{2EA8877E-E234-48FD-83B4-6A98E2A71131}" srcOrd="2" destOrd="0" presId="urn:microsoft.com/office/officeart/2005/8/layout/hProcess11"/>
    <dgm:cxn modelId="{800DDC6A-1B01-4CB0-BB6D-1F7B9593C979}" type="presParOf" srcId="{FCA3DBB3-0CFB-4CE4-A460-7719ADE5CBDF}" destId="{7BEA22A2-6F58-40C3-93F3-EF261659C0C2}" srcOrd="3" destOrd="0" presId="urn:microsoft.com/office/officeart/2005/8/layout/hProcess11"/>
    <dgm:cxn modelId="{DF697D0D-2471-4C45-AA73-5E5B2B6369D3}" type="presParOf" srcId="{FCA3DBB3-0CFB-4CE4-A460-7719ADE5CBDF}" destId="{771BAD55-7F58-4170-9034-7ECB0AE97BC0}" srcOrd="4" destOrd="0" presId="urn:microsoft.com/office/officeart/2005/8/layout/hProcess11"/>
    <dgm:cxn modelId="{60CED1BD-83F9-4923-9983-0EAB7168267D}" type="presParOf" srcId="{771BAD55-7F58-4170-9034-7ECB0AE97BC0}" destId="{BCBE62D5-D7C2-41AF-858D-472140F6A0FA}" srcOrd="0" destOrd="0" presId="urn:microsoft.com/office/officeart/2005/8/layout/hProcess11"/>
    <dgm:cxn modelId="{2C12D3EE-F297-4CA4-A148-544730629050}" type="presParOf" srcId="{771BAD55-7F58-4170-9034-7ECB0AE97BC0}" destId="{13289A45-7C74-446B-9ECB-EA74FEBB90F1}" srcOrd="1" destOrd="0" presId="urn:microsoft.com/office/officeart/2005/8/layout/hProcess11"/>
    <dgm:cxn modelId="{4DBAC083-511B-44BA-AFBD-BC18F78B8C02}" type="presParOf" srcId="{771BAD55-7F58-4170-9034-7ECB0AE97BC0}" destId="{4829D4F3-E4A9-4321-9AE4-430908EA24E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901A42-498A-44C4-9CB8-4358A1F4C2F1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B5E7095B-FF7A-46E1-BC23-F572997FC9AF}">
      <dgm:prSet phldrT="[Texto]"/>
      <dgm:spPr/>
      <dgm:t>
        <a:bodyPr/>
        <a:lstStyle/>
        <a:p>
          <a:r>
            <a:rPr lang="pt-BR" dirty="0" smtClean="0"/>
            <a:t>1977</a:t>
          </a:r>
          <a:endParaRPr lang="pt-BR" dirty="0"/>
        </a:p>
      </dgm:t>
    </dgm:pt>
    <dgm:pt modelId="{B2060763-B47D-4211-90BE-29DA34EBC6FF}" type="parTrans" cxnId="{483CA3A0-7E1C-487E-9E44-042AD73B9917}">
      <dgm:prSet/>
      <dgm:spPr/>
      <dgm:t>
        <a:bodyPr/>
        <a:lstStyle/>
        <a:p>
          <a:endParaRPr lang="pt-BR"/>
        </a:p>
      </dgm:t>
    </dgm:pt>
    <dgm:pt modelId="{9C55B19E-1647-4684-9A0E-C937BAE12230}" type="sibTrans" cxnId="{483CA3A0-7E1C-487E-9E44-042AD73B9917}">
      <dgm:prSet/>
      <dgm:spPr/>
      <dgm:t>
        <a:bodyPr/>
        <a:lstStyle/>
        <a:p>
          <a:endParaRPr lang="pt-BR"/>
        </a:p>
      </dgm:t>
    </dgm:pt>
    <dgm:pt modelId="{1283C626-4CB5-4302-A23F-BD160B35095A}">
      <dgm:prSet phldrT="[Texto]"/>
      <dgm:spPr/>
      <dgm:t>
        <a:bodyPr/>
        <a:lstStyle/>
        <a:p>
          <a:r>
            <a:rPr lang="pt-BR" dirty="0" smtClean="0"/>
            <a:t>1987</a:t>
          </a:r>
          <a:endParaRPr lang="pt-BR" dirty="0"/>
        </a:p>
      </dgm:t>
    </dgm:pt>
    <dgm:pt modelId="{744EB2A3-450F-4D01-9F41-C08C56D660CC}" type="parTrans" cxnId="{C0B389E2-5F88-4D2C-8AA7-79B29200E40C}">
      <dgm:prSet/>
      <dgm:spPr/>
      <dgm:t>
        <a:bodyPr/>
        <a:lstStyle/>
        <a:p>
          <a:endParaRPr lang="pt-BR"/>
        </a:p>
      </dgm:t>
    </dgm:pt>
    <dgm:pt modelId="{B5D846E3-401D-4B16-B6F2-830CE4702373}" type="sibTrans" cxnId="{C0B389E2-5F88-4D2C-8AA7-79B29200E40C}">
      <dgm:prSet/>
      <dgm:spPr/>
      <dgm:t>
        <a:bodyPr/>
        <a:lstStyle/>
        <a:p>
          <a:endParaRPr lang="pt-BR"/>
        </a:p>
      </dgm:t>
    </dgm:pt>
    <dgm:pt modelId="{A0AE1236-4AC8-4C8E-B463-AFFB9494E867}">
      <dgm:prSet phldrT="[Texto]"/>
      <dgm:spPr/>
      <dgm:t>
        <a:bodyPr/>
        <a:lstStyle/>
        <a:p>
          <a:r>
            <a:rPr lang="pt-BR" dirty="0" smtClean="0"/>
            <a:t>Kent Back</a:t>
          </a:r>
          <a:endParaRPr lang="pt-BR" dirty="0"/>
        </a:p>
      </dgm:t>
    </dgm:pt>
    <dgm:pt modelId="{39A44F79-1850-4D45-AD24-1AAE2B2FA6AB}" type="parTrans" cxnId="{BE59DF47-1F58-4EF4-B326-C7B2F9051900}">
      <dgm:prSet/>
      <dgm:spPr/>
      <dgm:t>
        <a:bodyPr/>
        <a:lstStyle/>
        <a:p>
          <a:endParaRPr lang="pt-BR"/>
        </a:p>
      </dgm:t>
    </dgm:pt>
    <dgm:pt modelId="{37615C9A-4A87-432A-8D40-1DAD1D602A88}" type="sibTrans" cxnId="{BE59DF47-1F58-4EF4-B326-C7B2F9051900}">
      <dgm:prSet/>
      <dgm:spPr/>
      <dgm:t>
        <a:bodyPr/>
        <a:lstStyle/>
        <a:p>
          <a:endParaRPr lang="pt-BR"/>
        </a:p>
      </dgm:t>
    </dgm:pt>
    <dgm:pt modelId="{FA1E0B48-02AA-4110-A766-42901BA49C87}">
      <dgm:prSet phldrT="[Texto]"/>
      <dgm:spPr/>
      <dgm:t>
        <a:bodyPr/>
        <a:lstStyle/>
        <a:p>
          <a:r>
            <a:rPr lang="pt-BR" dirty="0" smtClean="0"/>
            <a:t>Ward Cunningham</a:t>
          </a:r>
          <a:endParaRPr lang="pt-BR" dirty="0"/>
        </a:p>
      </dgm:t>
    </dgm:pt>
    <dgm:pt modelId="{897AA830-45D4-49CD-A785-076CD41B21A9}" type="parTrans" cxnId="{883323EA-369E-4D46-AC36-89FC0C1786BC}">
      <dgm:prSet/>
      <dgm:spPr/>
      <dgm:t>
        <a:bodyPr/>
        <a:lstStyle/>
        <a:p>
          <a:endParaRPr lang="pt-BR"/>
        </a:p>
      </dgm:t>
    </dgm:pt>
    <dgm:pt modelId="{E3124427-1B70-41DE-B571-156AE6435268}" type="sibTrans" cxnId="{883323EA-369E-4D46-AC36-89FC0C1786BC}">
      <dgm:prSet/>
      <dgm:spPr/>
      <dgm:t>
        <a:bodyPr/>
        <a:lstStyle/>
        <a:p>
          <a:endParaRPr lang="pt-BR"/>
        </a:p>
      </dgm:t>
    </dgm:pt>
    <dgm:pt modelId="{F08E54A2-1597-49A7-8CB4-09A72B876EA6}">
      <dgm:prSet phldrT="[Texto]"/>
      <dgm:spPr/>
      <dgm:t>
        <a:bodyPr/>
        <a:lstStyle/>
        <a:p>
          <a:r>
            <a:rPr lang="pt-BR" dirty="0" err="1" smtClean="0"/>
            <a:t>Chritopher</a:t>
          </a:r>
          <a:r>
            <a:rPr lang="pt-BR" dirty="0" smtClean="0"/>
            <a:t> </a:t>
          </a:r>
          <a:r>
            <a:rPr lang="pt-BR" dirty="0" err="1" smtClean="0"/>
            <a:t>alexander</a:t>
          </a:r>
          <a:endParaRPr lang="pt-BR" dirty="0"/>
        </a:p>
      </dgm:t>
    </dgm:pt>
    <dgm:pt modelId="{CC55CBB7-553F-41BE-8DB7-AA62A80E4AFD}" type="sibTrans" cxnId="{8F3A3815-57B4-4BB9-8C1F-69CF51BA1328}">
      <dgm:prSet/>
      <dgm:spPr/>
      <dgm:t>
        <a:bodyPr/>
        <a:lstStyle/>
        <a:p>
          <a:endParaRPr lang="pt-BR"/>
        </a:p>
      </dgm:t>
    </dgm:pt>
    <dgm:pt modelId="{817BE7B1-7534-4CBD-9ED3-F147AE557A90}" type="parTrans" cxnId="{8F3A3815-57B4-4BB9-8C1F-69CF51BA1328}">
      <dgm:prSet/>
      <dgm:spPr/>
      <dgm:t>
        <a:bodyPr/>
        <a:lstStyle/>
        <a:p>
          <a:endParaRPr lang="pt-BR"/>
        </a:p>
      </dgm:t>
    </dgm:pt>
    <dgm:pt modelId="{06FF7EEB-65A0-48F5-971F-04D3F5803B74}">
      <dgm:prSet phldrT="[Texto]"/>
      <dgm:spPr/>
      <dgm:t>
        <a:bodyPr/>
        <a:lstStyle/>
        <a:p>
          <a:r>
            <a:rPr lang="pt-BR" dirty="0" smtClean="0"/>
            <a:t>1995</a:t>
          </a:r>
          <a:endParaRPr lang="pt-BR" dirty="0"/>
        </a:p>
      </dgm:t>
    </dgm:pt>
    <dgm:pt modelId="{4B2F8313-5729-40A8-8722-C202F2DC7115}" type="parTrans" cxnId="{3CEDD3ED-1864-4750-B08B-FD9542620784}">
      <dgm:prSet/>
      <dgm:spPr/>
      <dgm:t>
        <a:bodyPr/>
        <a:lstStyle/>
        <a:p>
          <a:endParaRPr lang="pt-BR"/>
        </a:p>
      </dgm:t>
    </dgm:pt>
    <dgm:pt modelId="{145AAB38-C695-4228-A7F3-7FB7306D4BEB}" type="sibTrans" cxnId="{3CEDD3ED-1864-4750-B08B-FD9542620784}">
      <dgm:prSet/>
      <dgm:spPr/>
      <dgm:t>
        <a:bodyPr/>
        <a:lstStyle/>
        <a:p>
          <a:endParaRPr lang="pt-BR"/>
        </a:p>
      </dgm:t>
    </dgm:pt>
    <dgm:pt modelId="{CC682701-B845-421D-AFB3-455DCB0F76E3}">
      <dgm:prSet phldrT="[Texto]"/>
      <dgm:spPr/>
      <dgm:t>
        <a:bodyPr/>
        <a:lstStyle/>
        <a:p>
          <a:r>
            <a:rPr lang="pt-BR" dirty="0" smtClean="0"/>
            <a:t>2005</a:t>
          </a:r>
        </a:p>
        <a:p>
          <a:r>
            <a:rPr lang="pt-BR" dirty="0" smtClean="0"/>
            <a:t>Craig </a:t>
          </a:r>
          <a:r>
            <a:rPr lang="pt-BR" dirty="0" err="1" smtClean="0"/>
            <a:t>Larmam</a:t>
          </a:r>
          <a:endParaRPr lang="pt-BR" dirty="0" smtClean="0"/>
        </a:p>
        <a:p>
          <a:r>
            <a:rPr lang="pt-BR" dirty="0" smtClean="0"/>
            <a:t>(GRESP)</a:t>
          </a:r>
          <a:endParaRPr lang="pt-BR" dirty="0"/>
        </a:p>
      </dgm:t>
    </dgm:pt>
    <dgm:pt modelId="{A1C3ECA8-739C-4C93-B43F-F4811DECF0BE}" type="parTrans" cxnId="{FFD9C951-EBBB-4B62-960B-006D17C5C0C5}">
      <dgm:prSet/>
      <dgm:spPr/>
      <dgm:t>
        <a:bodyPr/>
        <a:lstStyle/>
        <a:p>
          <a:endParaRPr lang="pt-BR"/>
        </a:p>
      </dgm:t>
    </dgm:pt>
    <dgm:pt modelId="{2E0E2DE1-4827-42B3-AD1C-B0C3FF3B9DA0}" type="sibTrans" cxnId="{FFD9C951-EBBB-4B62-960B-006D17C5C0C5}">
      <dgm:prSet/>
      <dgm:spPr/>
      <dgm:t>
        <a:bodyPr/>
        <a:lstStyle/>
        <a:p>
          <a:endParaRPr lang="pt-BR"/>
        </a:p>
      </dgm:t>
    </dgm:pt>
    <dgm:pt modelId="{3BF44555-8D7F-4800-A601-0E3383801B2B}">
      <dgm:prSet phldrT="[Texto]"/>
      <dgm:spPr/>
      <dgm:t>
        <a:bodyPr/>
        <a:lstStyle/>
        <a:p>
          <a:r>
            <a:rPr lang="pt-BR" dirty="0" smtClean="0"/>
            <a:t>Eric </a:t>
          </a:r>
          <a:r>
            <a:rPr lang="pt-BR" dirty="0" err="1" smtClean="0"/>
            <a:t>Gamma</a:t>
          </a:r>
          <a:endParaRPr lang="pt-BR" dirty="0"/>
        </a:p>
      </dgm:t>
    </dgm:pt>
    <dgm:pt modelId="{3331CA1F-FA3C-4FF4-ABF9-225D6AE40CA5}" type="parTrans" cxnId="{AA71358F-2316-40B2-A2AF-1BA1EC27DBF0}">
      <dgm:prSet/>
      <dgm:spPr/>
      <dgm:t>
        <a:bodyPr/>
        <a:lstStyle/>
        <a:p>
          <a:endParaRPr lang="pt-BR"/>
        </a:p>
      </dgm:t>
    </dgm:pt>
    <dgm:pt modelId="{B7E7C822-1153-438B-8896-43FEB83554BF}" type="sibTrans" cxnId="{AA71358F-2316-40B2-A2AF-1BA1EC27DBF0}">
      <dgm:prSet/>
      <dgm:spPr/>
      <dgm:t>
        <a:bodyPr/>
        <a:lstStyle/>
        <a:p>
          <a:endParaRPr lang="pt-BR"/>
        </a:p>
      </dgm:t>
    </dgm:pt>
    <dgm:pt modelId="{7B0E20A8-1A01-4C33-90E3-D8DCB268C033}">
      <dgm:prSet phldrT="[Texto]"/>
      <dgm:spPr/>
      <dgm:t>
        <a:bodyPr/>
        <a:lstStyle/>
        <a:p>
          <a:endParaRPr lang="pt-BR" dirty="0"/>
        </a:p>
      </dgm:t>
    </dgm:pt>
    <dgm:pt modelId="{F5E640E4-89FD-446F-9F9E-93D978AD1E27}" type="parTrans" cxnId="{13413746-7AB1-468B-8F8E-D08D2208425C}">
      <dgm:prSet/>
      <dgm:spPr/>
      <dgm:t>
        <a:bodyPr/>
        <a:lstStyle/>
        <a:p>
          <a:endParaRPr lang="pt-BR"/>
        </a:p>
      </dgm:t>
    </dgm:pt>
    <dgm:pt modelId="{B8CB5B15-847C-49CE-B510-A7C7C46AB3C4}" type="sibTrans" cxnId="{13413746-7AB1-468B-8F8E-D08D2208425C}">
      <dgm:prSet/>
      <dgm:spPr/>
      <dgm:t>
        <a:bodyPr/>
        <a:lstStyle/>
        <a:p>
          <a:endParaRPr lang="pt-BR"/>
        </a:p>
      </dgm:t>
    </dgm:pt>
    <dgm:pt modelId="{B1ECE3DA-90C5-4603-97AC-1E0087E5BB1A}">
      <dgm:prSet phldrT="[Texto]"/>
      <dgm:spPr/>
      <dgm:t>
        <a:bodyPr/>
        <a:lstStyle/>
        <a:p>
          <a:r>
            <a:rPr lang="pt-BR" dirty="0" smtClean="0"/>
            <a:t>Richard </a:t>
          </a:r>
          <a:r>
            <a:rPr lang="pt-BR" dirty="0" err="1" smtClean="0"/>
            <a:t>Helm</a:t>
          </a:r>
          <a:endParaRPr lang="pt-BR" dirty="0"/>
        </a:p>
      </dgm:t>
    </dgm:pt>
    <dgm:pt modelId="{859524A5-712A-4C35-994F-431B1EFB666C}" type="parTrans" cxnId="{B6AC361E-DC5E-4237-A6F4-CF912ABBA8BF}">
      <dgm:prSet/>
      <dgm:spPr/>
      <dgm:t>
        <a:bodyPr/>
        <a:lstStyle/>
        <a:p>
          <a:endParaRPr lang="pt-BR"/>
        </a:p>
      </dgm:t>
    </dgm:pt>
    <dgm:pt modelId="{50EE230D-B054-4815-9AA1-3AA2AD6A69E0}" type="sibTrans" cxnId="{B6AC361E-DC5E-4237-A6F4-CF912ABBA8BF}">
      <dgm:prSet/>
      <dgm:spPr/>
      <dgm:t>
        <a:bodyPr/>
        <a:lstStyle/>
        <a:p>
          <a:endParaRPr lang="pt-BR"/>
        </a:p>
      </dgm:t>
    </dgm:pt>
    <dgm:pt modelId="{57A0E92B-1D43-4215-A1ED-D7A2A22B92CE}">
      <dgm:prSet phldrT="[Texto]"/>
      <dgm:spPr/>
      <dgm:t>
        <a:bodyPr/>
        <a:lstStyle/>
        <a:p>
          <a:r>
            <a:rPr lang="pt-BR" dirty="0" smtClean="0"/>
            <a:t>Ralph </a:t>
          </a:r>
          <a:r>
            <a:rPr lang="pt-BR" dirty="0" err="1" smtClean="0"/>
            <a:t>jhonson</a:t>
          </a:r>
          <a:r>
            <a:rPr lang="pt-BR" dirty="0" smtClean="0"/>
            <a:t> e</a:t>
          </a:r>
          <a:endParaRPr lang="pt-BR" dirty="0"/>
        </a:p>
      </dgm:t>
    </dgm:pt>
    <dgm:pt modelId="{7DFB22CA-46CF-4B48-8CC7-AD184B19EAAD}" type="parTrans" cxnId="{62569BE6-1667-4876-A44B-1E6A8A5A770E}">
      <dgm:prSet/>
      <dgm:spPr/>
      <dgm:t>
        <a:bodyPr/>
        <a:lstStyle/>
        <a:p>
          <a:endParaRPr lang="pt-BR"/>
        </a:p>
      </dgm:t>
    </dgm:pt>
    <dgm:pt modelId="{BC4D0A7F-0E8E-4F5B-AFB3-08B5B0F4E2AC}" type="sibTrans" cxnId="{62569BE6-1667-4876-A44B-1E6A8A5A770E}">
      <dgm:prSet/>
      <dgm:spPr/>
      <dgm:t>
        <a:bodyPr/>
        <a:lstStyle/>
        <a:p>
          <a:endParaRPr lang="pt-BR"/>
        </a:p>
      </dgm:t>
    </dgm:pt>
    <dgm:pt modelId="{CEA348E8-66C5-43EB-B72A-6012BA946CCE}">
      <dgm:prSet phldrT="[Texto]"/>
      <dgm:spPr/>
      <dgm:t>
        <a:bodyPr/>
        <a:lstStyle/>
        <a:p>
          <a:r>
            <a:rPr lang="pt-BR" dirty="0" smtClean="0"/>
            <a:t>John </a:t>
          </a:r>
          <a:r>
            <a:rPr lang="pt-BR" dirty="0" err="1" smtClean="0"/>
            <a:t>Vlissides</a:t>
          </a:r>
          <a:endParaRPr lang="pt-BR" dirty="0"/>
        </a:p>
      </dgm:t>
    </dgm:pt>
    <dgm:pt modelId="{EA5C7EE1-DDA6-449F-A62E-8CB1170A996D}" type="parTrans" cxnId="{889B1BEA-3EA7-4B14-972E-788C83A1C3C7}">
      <dgm:prSet/>
      <dgm:spPr/>
      <dgm:t>
        <a:bodyPr/>
        <a:lstStyle/>
        <a:p>
          <a:endParaRPr lang="pt-BR"/>
        </a:p>
      </dgm:t>
    </dgm:pt>
    <dgm:pt modelId="{BF42C185-AD85-4852-B944-4BDFEC739538}" type="sibTrans" cxnId="{889B1BEA-3EA7-4B14-972E-788C83A1C3C7}">
      <dgm:prSet/>
      <dgm:spPr/>
      <dgm:t>
        <a:bodyPr/>
        <a:lstStyle/>
        <a:p>
          <a:endParaRPr lang="pt-BR"/>
        </a:p>
      </dgm:t>
    </dgm:pt>
    <dgm:pt modelId="{45265E96-3E41-46B9-AFE1-B76EA8FE8819}">
      <dgm:prSet phldrT="[Texto]"/>
      <dgm:spPr/>
      <dgm:t>
        <a:bodyPr/>
        <a:lstStyle/>
        <a:p>
          <a:r>
            <a:rPr lang="pt-BR" dirty="0" smtClean="0"/>
            <a:t>(GANG OF FOUR)</a:t>
          </a:r>
          <a:endParaRPr lang="pt-BR" dirty="0"/>
        </a:p>
      </dgm:t>
    </dgm:pt>
    <dgm:pt modelId="{6A067447-A613-4197-9819-FB275B67E09A}" type="parTrans" cxnId="{C771C4AF-6EED-4724-A8C9-2240806315D6}">
      <dgm:prSet/>
      <dgm:spPr/>
      <dgm:t>
        <a:bodyPr/>
        <a:lstStyle/>
        <a:p>
          <a:endParaRPr lang="pt-BR"/>
        </a:p>
      </dgm:t>
    </dgm:pt>
    <dgm:pt modelId="{D90F88C0-6C2D-4047-904A-694062EF6653}" type="sibTrans" cxnId="{C771C4AF-6EED-4724-A8C9-2240806315D6}">
      <dgm:prSet/>
      <dgm:spPr/>
      <dgm:t>
        <a:bodyPr/>
        <a:lstStyle/>
        <a:p>
          <a:endParaRPr lang="pt-BR"/>
        </a:p>
      </dgm:t>
    </dgm:pt>
    <dgm:pt modelId="{4A0C7687-1CA0-44F1-98B7-F262663A916D}" type="pres">
      <dgm:prSet presAssocID="{E2901A42-498A-44C4-9CB8-4358A1F4C2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4D9AC6D-900E-4B79-A8D2-24B82F01266C}" type="pres">
      <dgm:prSet presAssocID="{E2901A42-498A-44C4-9CB8-4358A1F4C2F1}" presName="arrow" presStyleLbl="bgShp" presStyleIdx="0" presStyleCnt="1"/>
      <dgm:spPr/>
    </dgm:pt>
    <dgm:pt modelId="{FCA3DBB3-0CFB-4CE4-A460-7719ADE5CBDF}" type="pres">
      <dgm:prSet presAssocID="{E2901A42-498A-44C4-9CB8-4358A1F4C2F1}" presName="points" presStyleCnt="0"/>
      <dgm:spPr/>
    </dgm:pt>
    <dgm:pt modelId="{07D512B5-4B87-4468-A68F-89FE44E36249}" type="pres">
      <dgm:prSet presAssocID="{B5E7095B-FF7A-46E1-BC23-F572997FC9AF}" presName="compositeA" presStyleCnt="0"/>
      <dgm:spPr/>
    </dgm:pt>
    <dgm:pt modelId="{DD97B0D6-73CD-40C9-8E26-81C761C873D5}" type="pres">
      <dgm:prSet presAssocID="{B5E7095B-FF7A-46E1-BC23-F572997FC9AF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984FC3-A0B3-4828-9632-0CD9718624E8}" type="pres">
      <dgm:prSet presAssocID="{B5E7095B-FF7A-46E1-BC23-F572997FC9AF}" presName="circleA" presStyleLbl="node1" presStyleIdx="0" presStyleCnt="4"/>
      <dgm:spPr/>
    </dgm:pt>
    <dgm:pt modelId="{B797E8F1-6DE7-4ECC-B6E1-2F3CD7277E08}" type="pres">
      <dgm:prSet presAssocID="{B5E7095B-FF7A-46E1-BC23-F572997FC9AF}" presName="spaceA" presStyleCnt="0"/>
      <dgm:spPr/>
    </dgm:pt>
    <dgm:pt modelId="{E49A6BF2-466B-4F66-9CFF-FFC3F237CC60}" type="pres">
      <dgm:prSet presAssocID="{9C55B19E-1647-4684-9A0E-C937BAE12230}" presName="space" presStyleCnt="0"/>
      <dgm:spPr/>
    </dgm:pt>
    <dgm:pt modelId="{745469D6-78C1-4B44-A185-7CB585A0A54F}" type="pres">
      <dgm:prSet presAssocID="{1283C626-4CB5-4302-A23F-BD160B35095A}" presName="compositeB" presStyleCnt="0"/>
      <dgm:spPr/>
    </dgm:pt>
    <dgm:pt modelId="{3BCC6BC2-FF4C-4C2D-9B27-29121AA009E5}" type="pres">
      <dgm:prSet presAssocID="{1283C626-4CB5-4302-A23F-BD160B35095A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5E3ECA-22EF-4367-8AA1-377DE8006EF9}" type="pres">
      <dgm:prSet presAssocID="{1283C626-4CB5-4302-A23F-BD160B35095A}" presName="circleB" presStyleLbl="node1" presStyleIdx="1" presStyleCnt="4"/>
      <dgm:spPr/>
    </dgm:pt>
    <dgm:pt modelId="{2EA8877E-E234-48FD-83B4-6A98E2A71131}" type="pres">
      <dgm:prSet presAssocID="{1283C626-4CB5-4302-A23F-BD160B35095A}" presName="spaceB" presStyleCnt="0"/>
      <dgm:spPr/>
    </dgm:pt>
    <dgm:pt modelId="{7BEA22A2-6F58-40C3-93F3-EF261659C0C2}" type="pres">
      <dgm:prSet presAssocID="{B5D846E3-401D-4B16-B6F2-830CE4702373}" presName="space" presStyleCnt="0"/>
      <dgm:spPr/>
    </dgm:pt>
    <dgm:pt modelId="{771BAD55-7F58-4170-9034-7ECB0AE97BC0}" type="pres">
      <dgm:prSet presAssocID="{06FF7EEB-65A0-48F5-971F-04D3F5803B74}" presName="compositeA" presStyleCnt="0"/>
      <dgm:spPr/>
    </dgm:pt>
    <dgm:pt modelId="{BCBE62D5-D7C2-41AF-858D-472140F6A0FA}" type="pres">
      <dgm:prSet presAssocID="{06FF7EEB-65A0-48F5-971F-04D3F5803B74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3289A45-7C74-446B-9ECB-EA74FEBB90F1}" type="pres">
      <dgm:prSet presAssocID="{06FF7EEB-65A0-48F5-971F-04D3F5803B74}" presName="circleA" presStyleLbl="node1" presStyleIdx="2" presStyleCnt="4"/>
      <dgm:spPr/>
    </dgm:pt>
    <dgm:pt modelId="{4829D4F3-E4A9-4321-9AE4-430908EA24E2}" type="pres">
      <dgm:prSet presAssocID="{06FF7EEB-65A0-48F5-971F-04D3F5803B74}" presName="spaceA" presStyleCnt="0"/>
      <dgm:spPr/>
    </dgm:pt>
    <dgm:pt modelId="{AB4265DA-FC69-4B38-9B71-5D12ED1D7871}" type="pres">
      <dgm:prSet presAssocID="{145AAB38-C695-4228-A7F3-7FB7306D4BEB}" presName="space" presStyleCnt="0"/>
      <dgm:spPr/>
    </dgm:pt>
    <dgm:pt modelId="{CA64208A-FBBF-4648-A032-9444AB4EB698}" type="pres">
      <dgm:prSet presAssocID="{CC682701-B845-421D-AFB3-455DCB0F76E3}" presName="compositeB" presStyleCnt="0"/>
      <dgm:spPr/>
    </dgm:pt>
    <dgm:pt modelId="{9A5F36CF-6536-4935-8B2C-17888235565F}" type="pres">
      <dgm:prSet presAssocID="{CC682701-B845-421D-AFB3-455DCB0F76E3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7CFE0AC-561B-443E-AA2F-8F13AD71E568}" type="pres">
      <dgm:prSet presAssocID="{CC682701-B845-421D-AFB3-455DCB0F76E3}" presName="circleB" presStyleLbl="node1" presStyleIdx="3" presStyleCnt="4"/>
      <dgm:spPr/>
    </dgm:pt>
    <dgm:pt modelId="{51483DEC-89F0-434D-BE72-983C10666D03}" type="pres">
      <dgm:prSet presAssocID="{CC682701-B845-421D-AFB3-455DCB0F76E3}" presName="spaceB" presStyleCnt="0"/>
      <dgm:spPr/>
    </dgm:pt>
  </dgm:ptLst>
  <dgm:cxnLst>
    <dgm:cxn modelId="{88B3C226-2E81-4005-88AC-6E07B9865F2C}" type="presOf" srcId="{CEA348E8-66C5-43EB-B72A-6012BA946CCE}" destId="{BCBE62D5-D7C2-41AF-858D-472140F6A0FA}" srcOrd="0" destOrd="4" presId="urn:microsoft.com/office/officeart/2005/8/layout/hProcess11"/>
    <dgm:cxn modelId="{391369F5-3C78-4EA4-ACA9-3698D911912C}" type="presOf" srcId="{06FF7EEB-65A0-48F5-971F-04D3F5803B74}" destId="{BCBE62D5-D7C2-41AF-858D-472140F6A0FA}" srcOrd="0" destOrd="0" presId="urn:microsoft.com/office/officeart/2005/8/layout/hProcess11"/>
    <dgm:cxn modelId="{B6AC361E-DC5E-4237-A6F4-CF912ABBA8BF}" srcId="{06FF7EEB-65A0-48F5-971F-04D3F5803B74}" destId="{B1ECE3DA-90C5-4603-97AC-1E0087E5BB1A}" srcOrd="1" destOrd="0" parTransId="{859524A5-712A-4C35-994F-431B1EFB666C}" sibTransId="{50EE230D-B054-4815-9AA1-3AA2AD6A69E0}"/>
    <dgm:cxn modelId="{3CEDD3ED-1864-4750-B08B-FD9542620784}" srcId="{E2901A42-498A-44C4-9CB8-4358A1F4C2F1}" destId="{06FF7EEB-65A0-48F5-971F-04D3F5803B74}" srcOrd="2" destOrd="0" parTransId="{4B2F8313-5729-40A8-8722-C202F2DC7115}" sibTransId="{145AAB38-C695-4228-A7F3-7FB7306D4BEB}"/>
    <dgm:cxn modelId="{54D0E436-4AFE-40A8-A494-970E38F1D49B}" type="presOf" srcId="{FA1E0B48-02AA-4110-A766-42901BA49C87}" destId="{3BCC6BC2-FF4C-4C2D-9B27-29121AA009E5}" srcOrd="0" destOrd="2" presId="urn:microsoft.com/office/officeart/2005/8/layout/hProcess11"/>
    <dgm:cxn modelId="{DBD2E742-2477-4384-8E7D-886882BD5F8F}" type="presOf" srcId="{B1ECE3DA-90C5-4603-97AC-1E0087E5BB1A}" destId="{BCBE62D5-D7C2-41AF-858D-472140F6A0FA}" srcOrd="0" destOrd="2" presId="urn:microsoft.com/office/officeart/2005/8/layout/hProcess11"/>
    <dgm:cxn modelId="{C293EF6F-09E2-4B3B-BF02-F95548215397}" type="presOf" srcId="{B5E7095B-FF7A-46E1-BC23-F572997FC9AF}" destId="{DD97B0D6-73CD-40C9-8E26-81C761C873D5}" srcOrd="0" destOrd="0" presId="urn:microsoft.com/office/officeart/2005/8/layout/hProcess11"/>
    <dgm:cxn modelId="{F0147162-F670-48EE-AABF-D967D18453FC}" type="presOf" srcId="{7B0E20A8-1A01-4C33-90E3-D8DCB268C033}" destId="{BCBE62D5-D7C2-41AF-858D-472140F6A0FA}" srcOrd="0" destOrd="6" presId="urn:microsoft.com/office/officeart/2005/8/layout/hProcess11"/>
    <dgm:cxn modelId="{883323EA-369E-4D46-AC36-89FC0C1786BC}" srcId="{1283C626-4CB5-4302-A23F-BD160B35095A}" destId="{FA1E0B48-02AA-4110-A766-42901BA49C87}" srcOrd="1" destOrd="0" parTransId="{897AA830-45D4-49CD-A785-076CD41B21A9}" sibTransId="{E3124427-1B70-41DE-B571-156AE6435268}"/>
    <dgm:cxn modelId="{8F3A3815-57B4-4BB9-8C1F-69CF51BA1328}" srcId="{B5E7095B-FF7A-46E1-BC23-F572997FC9AF}" destId="{F08E54A2-1597-49A7-8CB4-09A72B876EA6}" srcOrd="0" destOrd="0" parTransId="{817BE7B1-7534-4CBD-9ED3-F147AE557A90}" sibTransId="{CC55CBB7-553F-41BE-8DB7-AA62A80E4AFD}"/>
    <dgm:cxn modelId="{8011203B-D295-4992-BFA4-66E41EF89142}" type="presOf" srcId="{E2901A42-498A-44C4-9CB8-4358A1F4C2F1}" destId="{4A0C7687-1CA0-44F1-98B7-F262663A916D}" srcOrd="0" destOrd="0" presId="urn:microsoft.com/office/officeart/2005/8/layout/hProcess11"/>
    <dgm:cxn modelId="{C771C4AF-6EED-4724-A8C9-2240806315D6}" srcId="{06FF7EEB-65A0-48F5-971F-04D3F5803B74}" destId="{45265E96-3E41-46B9-AFE1-B76EA8FE8819}" srcOrd="4" destOrd="0" parTransId="{6A067447-A613-4197-9819-FB275B67E09A}" sibTransId="{D90F88C0-6C2D-4047-904A-694062EF6653}"/>
    <dgm:cxn modelId="{C2BB6013-7960-4B79-9A1A-9A8E4C243B44}" type="presOf" srcId="{F08E54A2-1597-49A7-8CB4-09A72B876EA6}" destId="{DD97B0D6-73CD-40C9-8E26-81C761C873D5}" srcOrd="0" destOrd="1" presId="urn:microsoft.com/office/officeart/2005/8/layout/hProcess11"/>
    <dgm:cxn modelId="{BE59DF47-1F58-4EF4-B326-C7B2F9051900}" srcId="{1283C626-4CB5-4302-A23F-BD160B35095A}" destId="{A0AE1236-4AC8-4C8E-B463-AFFB9494E867}" srcOrd="0" destOrd="0" parTransId="{39A44F79-1850-4D45-AD24-1AAE2B2FA6AB}" sibTransId="{37615C9A-4A87-432A-8D40-1DAD1D602A88}"/>
    <dgm:cxn modelId="{A8B989F1-B8E8-4998-A887-221413C20C21}" type="presOf" srcId="{1283C626-4CB5-4302-A23F-BD160B35095A}" destId="{3BCC6BC2-FF4C-4C2D-9B27-29121AA009E5}" srcOrd="0" destOrd="0" presId="urn:microsoft.com/office/officeart/2005/8/layout/hProcess11"/>
    <dgm:cxn modelId="{90227A71-114C-449E-B902-EEFC6907DADF}" type="presOf" srcId="{45265E96-3E41-46B9-AFE1-B76EA8FE8819}" destId="{BCBE62D5-D7C2-41AF-858D-472140F6A0FA}" srcOrd="0" destOrd="5" presId="urn:microsoft.com/office/officeart/2005/8/layout/hProcess11"/>
    <dgm:cxn modelId="{889B1BEA-3EA7-4B14-972E-788C83A1C3C7}" srcId="{06FF7EEB-65A0-48F5-971F-04D3F5803B74}" destId="{CEA348E8-66C5-43EB-B72A-6012BA946CCE}" srcOrd="3" destOrd="0" parTransId="{EA5C7EE1-DDA6-449F-A62E-8CB1170A996D}" sibTransId="{BF42C185-AD85-4852-B944-4BDFEC739538}"/>
    <dgm:cxn modelId="{483CA3A0-7E1C-487E-9E44-042AD73B9917}" srcId="{E2901A42-498A-44C4-9CB8-4358A1F4C2F1}" destId="{B5E7095B-FF7A-46E1-BC23-F572997FC9AF}" srcOrd="0" destOrd="0" parTransId="{B2060763-B47D-4211-90BE-29DA34EBC6FF}" sibTransId="{9C55B19E-1647-4684-9A0E-C937BAE12230}"/>
    <dgm:cxn modelId="{89E3AADE-49EC-4C01-AF27-5A4781010912}" type="presOf" srcId="{CC682701-B845-421D-AFB3-455DCB0F76E3}" destId="{9A5F36CF-6536-4935-8B2C-17888235565F}" srcOrd="0" destOrd="0" presId="urn:microsoft.com/office/officeart/2005/8/layout/hProcess11"/>
    <dgm:cxn modelId="{C610BBD8-7722-4AC4-A655-86E7D433AE03}" type="presOf" srcId="{3BF44555-8D7F-4800-A601-0E3383801B2B}" destId="{BCBE62D5-D7C2-41AF-858D-472140F6A0FA}" srcOrd="0" destOrd="1" presId="urn:microsoft.com/office/officeart/2005/8/layout/hProcess11"/>
    <dgm:cxn modelId="{C0B389E2-5F88-4D2C-8AA7-79B29200E40C}" srcId="{E2901A42-498A-44C4-9CB8-4358A1F4C2F1}" destId="{1283C626-4CB5-4302-A23F-BD160B35095A}" srcOrd="1" destOrd="0" parTransId="{744EB2A3-450F-4D01-9F41-C08C56D660CC}" sibTransId="{B5D846E3-401D-4B16-B6F2-830CE4702373}"/>
    <dgm:cxn modelId="{13413746-7AB1-468B-8F8E-D08D2208425C}" srcId="{06FF7EEB-65A0-48F5-971F-04D3F5803B74}" destId="{7B0E20A8-1A01-4C33-90E3-D8DCB268C033}" srcOrd="5" destOrd="0" parTransId="{F5E640E4-89FD-446F-9F9E-93D978AD1E27}" sibTransId="{B8CB5B15-847C-49CE-B510-A7C7C46AB3C4}"/>
    <dgm:cxn modelId="{FFD9C951-EBBB-4B62-960B-006D17C5C0C5}" srcId="{E2901A42-498A-44C4-9CB8-4358A1F4C2F1}" destId="{CC682701-B845-421D-AFB3-455DCB0F76E3}" srcOrd="3" destOrd="0" parTransId="{A1C3ECA8-739C-4C93-B43F-F4811DECF0BE}" sibTransId="{2E0E2DE1-4827-42B3-AD1C-B0C3FF3B9DA0}"/>
    <dgm:cxn modelId="{AA71358F-2316-40B2-A2AF-1BA1EC27DBF0}" srcId="{06FF7EEB-65A0-48F5-971F-04D3F5803B74}" destId="{3BF44555-8D7F-4800-A601-0E3383801B2B}" srcOrd="0" destOrd="0" parTransId="{3331CA1F-FA3C-4FF4-ABF9-225D6AE40CA5}" sibTransId="{B7E7C822-1153-438B-8896-43FEB83554BF}"/>
    <dgm:cxn modelId="{62569BE6-1667-4876-A44B-1E6A8A5A770E}" srcId="{06FF7EEB-65A0-48F5-971F-04D3F5803B74}" destId="{57A0E92B-1D43-4215-A1ED-D7A2A22B92CE}" srcOrd="2" destOrd="0" parTransId="{7DFB22CA-46CF-4B48-8CC7-AD184B19EAAD}" sibTransId="{BC4D0A7F-0E8E-4F5B-AFB3-08B5B0F4E2AC}"/>
    <dgm:cxn modelId="{115BDD98-14F1-4B41-BFFA-57252F263C8A}" type="presOf" srcId="{57A0E92B-1D43-4215-A1ED-D7A2A22B92CE}" destId="{BCBE62D5-D7C2-41AF-858D-472140F6A0FA}" srcOrd="0" destOrd="3" presId="urn:microsoft.com/office/officeart/2005/8/layout/hProcess11"/>
    <dgm:cxn modelId="{119A7069-88EA-470C-BB24-320B172BDA9C}" type="presOf" srcId="{A0AE1236-4AC8-4C8E-B463-AFFB9494E867}" destId="{3BCC6BC2-FF4C-4C2D-9B27-29121AA009E5}" srcOrd="0" destOrd="1" presId="urn:microsoft.com/office/officeart/2005/8/layout/hProcess11"/>
    <dgm:cxn modelId="{FA17C9CD-E749-45E1-8D9D-4F44621E4F23}" type="presParOf" srcId="{4A0C7687-1CA0-44F1-98B7-F262663A916D}" destId="{94D9AC6D-900E-4B79-A8D2-24B82F01266C}" srcOrd="0" destOrd="0" presId="urn:microsoft.com/office/officeart/2005/8/layout/hProcess11"/>
    <dgm:cxn modelId="{8B88A3D0-E2CA-4ABE-B171-8F81F74F19DB}" type="presParOf" srcId="{4A0C7687-1CA0-44F1-98B7-F262663A916D}" destId="{FCA3DBB3-0CFB-4CE4-A460-7719ADE5CBDF}" srcOrd="1" destOrd="0" presId="urn:microsoft.com/office/officeart/2005/8/layout/hProcess11"/>
    <dgm:cxn modelId="{6EF67587-1C9B-46BD-A6F3-0EA0283F43AE}" type="presParOf" srcId="{FCA3DBB3-0CFB-4CE4-A460-7719ADE5CBDF}" destId="{07D512B5-4B87-4468-A68F-89FE44E36249}" srcOrd="0" destOrd="0" presId="urn:microsoft.com/office/officeart/2005/8/layout/hProcess11"/>
    <dgm:cxn modelId="{0B3983F3-A01D-4212-AC5E-0C0D055ECE70}" type="presParOf" srcId="{07D512B5-4B87-4468-A68F-89FE44E36249}" destId="{DD97B0D6-73CD-40C9-8E26-81C761C873D5}" srcOrd="0" destOrd="0" presId="urn:microsoft.com/office/officeart/2005/8/layout/hProcess11"/>
    <dgm:cxn modelId="{08F84FF8-E06B-4F84-9CAB-1FFBB87B56CE}" type="presParOf" srcId="{07D512B5-4B87-4468-A68F-89FE44E36249}" destId="{2F984FC3-A0B3-4828-9632-0CD9718624E8}" srcOrd="1" destOrd="0" presId="urn:microsoft.com/office/officeart/2005/8/layout/hProcess11"/>
    <dgm:cxn modelId="{633B9CEA-6EA2-42EE-9DB7-C0F70214A1F2}" type="presParOf" srcId="{07D512B5-4B87-4468-A68F-89FE44E36249}" destId="{B797E8F1-6DE7-4ECC-B6E1-2F3CD7277E08}" srcOrd="2" destOrd="0" presId="urn:microsoft.com/office/officeart/2005/8/layout/hProcess11"/>
    <dgm:cxn modelId="{51ECAFED-9228-42C8-9830-A202F370562D}" type="presParOf" srcId="{FCA3DBB3-0CFB-4CE4-A460-7719ADE5CBDF}" destId="{E49A6BF2-466B-4F66-9CFF-FFC3F237CC60}" srcOrd="1" destOrd="0" presId="urn:microsoft.com/office/officeart/2005/8/layout/hProcess11"/>
    <dgm:cxn modelId="{F53A56A0-E3E2-409A-BA5E-5D13F6898889}" type="presParOf" srcId="{FCA3DBB3-0CFB-4CE4-A460-7719ADE5CBDF}" destId="{745469D6-78C1-4B44-A185-7CB585A0A54F}" srcOrd="2" destOrd="0" presId="urn:microsoft.com/office/officeart/2005/8/layout/hProcess11"/>
    <dgm:cxn modelId="{95735517-6FE7-49FD-8D09-8A8D1C6AB614}" type="presParOf" srcId="{745469D6-78C1-4B44-A185-7CB585A0A54F}" destId="{3BCC6BC2-FF4C-4C2D-9B27-29121AA009E5}" srcOrd="0" destOrd="0" presId="urn:microsoft.com/office/officeart/2005/8/layout/hProcess11"/>
    <dgm:cxn modelId="{A1388CA1-4C6F-431F-8682-5191EBCAC605}" type="presParOf" srcId="{745469D6-78C1-4B44-A185-7CB585A0A54F}" destId="{AB5E3ECA-22EF-4367-8AA1-377DE8006EF9}" srcOrd="1" destOrd="0" presId="urn:microsoft.com/office/officeart/2005/8/layout/hProcess11"/>
    <dgm:cxn modelId="{FFF1CD29-124B-49D7-B855-2D6E2D654D88}" type="presParOf" srcId="{745469D6-78C1-4B44-A185-7CB585A0A54F}" destId="{2EA8877E-E234-48FD-83B4-6A98E2A71131}" srcOrd="2" destOrd="0" presId="urn:microsoft.com/office/officeart/2005/8/layout/hProcess11"/>
    <dgm:cxn modelId="{8972CEC0-C2AF-4DC3-921E-400E3886FE3E}" type="presParOf" srcId="{FCA3DBB3-0CFB-4CE4-A460-7719ADE5CBDF}" destId="{7BEA22A2-6F58-40C3-93F3-EF261659C0C2}" srcOrd="3" destOrd="0" presId="urn:microsoft.com/office/officeart/2005/8/layout/hProcess11"/>
    <dgm:cxn modelId="{12F67111-C038-4748-8F9B-78093DDC2BC3}" type="presParOf" srcId="{FCA3DBB3-0CFB-4CE4-A460-7719ADE5CBDF}" destId="{771BAD55-7F58-4170-9034-7ECB0AE97BC0}" srcOrd="4" destOrd="0" presId="urn:microsoft.com/office/officeart/2005/8/layout/hProcess11"/>
    <dgm:cxn modelId="{4ED43ABD-EB0A-42CA-A3BE-F6A5F05A0E91}" type="presParOf" srcId="{771BAD55-7F58-4170-9034-7ECB0AE97BC0}" destId="{BCBE62D5-D7C2-41AF-858D-472140F6A0FA}" srcOrd="0" destOrd="0" presId="urn:microsoft.com/office/officeart/2005/8/layout/hProcess11"/>
    <dgm:cxn modelId="{403025A0-6D28-44FA-B213-C1796E136034}" type="presParOf" srcId="{771BAD55-7F58-4170-9034-7ECB0AE97BC0}" destId="{13289A45-7C74-446B-9ECB-EA74FEBB90F1}" srcOrd="1" destOrd="0" presId="urn:microsoft.com/office/officeart/2005/8/layout/hProcess11"/>
    <dgm:cxn modelId="{1F9E45B0-F9C7-416C-85E5-86206A580EC1}" type="presParOf" srcId="{771BAD55-7F58-4170-9034-7ECB0AE97BC0}" destId="{4829D4F3-E4A9-4321-9AE4-430908EA24E2}" srcOrd="2" destOrd="0" presId="urn:microsoft.com/office/officeart/2005/8/layout/hProcess11"/>
    <dgm:cxn modelId="{6369089A-F9B4-414F-9779-8A8C7CFBD6B4}" type="presParOf" srcId="{FCA3DBB3-0CFB-4CE4-A460-7719ADE5CBDF}" destId="{AB4265DA-FC69-4B38-9B71-5D12ED1D7871}" srcOrd="5" destOrd="0" presId="urn:microsoft.com/office/officeart/2005/8/layout/hProcess11"/>
    <dgm:cxn modelId="{07C5C617-B341-4457-8FB0-1E364E6F729C}" type="presParOf" srcId="{FCA3DBB3-0CFB-4CE4-A460-7719ADE5CBDF}" destId="{CA64208A-FBBF-4648-A032-9444AB4EB698}" srcOrd="6" destOrd="0" presId="urn:microsoft.com/office/officeart/2005/8/layout/hProcess11"/>
    <dgm:cxn modelId="{6D28B391-CCA9-4377-A6C1-15E748DE1451}" type="presParOf" srcId="{CA64208A-FBBF-4648-A032-9444AB4EB698}" destId="{9A5F36CF-6536-4935-8B2C-17888235565F}" srcOrd="0" destOrd="0" presId="urn:microsoft.com/office/officeart/2005/8/layout/hProcess11"/>
    <dgm:cxn modelId="{4CF9088A-FA64-4BD6-BACA-9C1FDC95896B}" type="presParOf" srcId="{CA64208A-FBBF-4648-A032-9444AB4EB698}" destId="{17CFE0AC-561B-443E-AA2F-8F13AD71E568}" srcOrd="1" destOrd="0" presId="urn:microsoft.com/office/officeart/2005/8/layout/hProcess11"/>
    <dgm:cxn modelId="{C8E61556-28B1-42BB-BA3A-0602F6EE8AC7}" type="presParOf" srcId="{CA64208A-FBBF-4648-A032-9444AB4EB698}" destId="{51483DEC-89F0-434D-BE72-983C10666D0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901A42-498A-44C4-9CB8-4358A1F4C2F1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B5E7095B-FF7A-46E1-BC23-F572997FC9AF}">
      <dgm:prSet phldrT="[Texto]"/>
      <dgm:spPr/>
      <dgm:t>
        <a:bodyPr/>
        <a:lstStyle/>
        <a:p>
          <a:r>
            <a:rPr lang="pt-BR" dirty="0" smtClean="0"/>
            <a:t>1977</a:t>
          </a:r>
          <a:endParaRPr lang="pt-BR" dirty="0"/>
        </a:p>
      </dgm:t>
    </dgm:pt>
    <dgm:pt modelId="{B2060763-B47D-4211-90BE-29DA34EBC6FF}" type="parTrans" cxnId="{483CA3A0-7E1C-487E-9E44-042AD73B9917}">
      <dgm:prSet/>
      <dgm:spPr/>
      <dgm:t>
        <a:bodyPr/>
        <a:lstStyle/>
        <a:p>
          <a:endParaRPr lang="pt-BR"/>
        </a:p>
      </dgm:t>
    </dgm:pt>
    <dgm:pt modelId="{9C55B19E-1647-4684-9A0E-C937BAE12230}" type="sibTrans" cxnId="{483CA3A0-7E1C-487E-9E44-042AD73B9917}">
      <dgm:prSet/>
      <dgm:spPr/>
      <dgm:t>
        <a:bodyPr/>
        <a:lstStyle/>
        <a:p>
          <a:endParaRPr lang="pt-BR"/>
        </a:p>
      </dgm:t>
    </dgm:pt>
    <dgm:pt modelId="{1283C626-4CB5-4302-A23F-BD160B35095A}">
      <dgm:prSet phldrT="[Texto]"/>
      <dgm:spPr/>
      <dgm:t>
        <a:bodyPr/>
        <a:lstStyle/>
        <a:p>
          <a:r>
            <a:rPr lang="pt-BR" dirty="0" smtClean="0"/>
            <a:t>1987</a:t>
          </a:r>
          <a:endParaRPr lang="pt-BR" dirty="0"/>
        </a:p>
      </dgm:t>
    </dgm:pt>
    <dgm:pt modelId="{744EB2A3-450F-4D01-9F41-C08C56D660CC}" type="parTrans" cxnId="{C0B389E2-5F88-4D2C-8AA7-79B29200E40C}">
      <dgm:prSet/>
      <dgm:spPr/>
      <dgm:t>
        <a:bodyPr/>
        <a:lstStyle/>
        <a:p>
          <a:endParaRPr lang="pt-BR"/>
        </a:p>
      </dgm:t>
    </dgm:pt>
    <dgm:pt modelId="{B5D846E3-401D-4B16-B6F2-830CE4702373}" type="sibTrans" cxnId="{C0B389E2-5F88-4D2C-8AA7-79B29200E40C}">
      <dgm:prSet/>
      <dgm:spPr/>
      <dgm:t>
        <a:bodyPr/>
        <a:lstStyle/>
        <a:p>
          <a:endParaRPr lang="pt-BR"/>
        </a:p>
      </dgm:t>
    </dgm:pt>
    <dgm:pt modelId="{A0AE1236-4AC8-4C8E-B463-AFFB9494E867}">
      <dgm:prSet phldrT="[Texto]"/>
      <dgm:spPr/>
      <dgm:t>
        <a:bodyPr/>
        <a:lstStyle/>
        <a:p>
          <a:r>
            <a:rPr lang="pt-BR" dirty="0" smtClean="0"/>
            <a:t>Kent Back</a:t>
          </a:r>
          <a:endParaRPr lang="pt-BR" dirty="0"/>
        </a:p>
      </dgm:t>
    </dgm:pt>
    <dgm:pt modelId="{39A44F79-1850-4D45-AD24-1AAE2B2FA6AB}" type="parTrans" cxnId="{BE59DF47-1F58-4EF4-B326-C7B2F9051900}">
      <dgm:prSet/>
      <dgm:spPr/>
      <dgm:t>
        <a:bodyPr/>
        <a:lstStyle/>
        <a:p>
          <a:endParaRPr lang="pt-BR"/>
        </a:p>
      </dgm:t>
    </dgm:pt>
    <dgm:pt modelId="{37615C9A-4A87-432A-8D40-1DAD1D602A88}" type="sibTrans" cxnId="{BE59DF47-1F58-4EF4-B326-C7B2F9051900}">
      <dgm:prSet/>
      <dgm:spPr/>
      <dgm:t>
        <a:bodyPr/>
        <a:lstStyle/>
        <a:p>
          <a:endParaRPr lang="pt-BR"/>
        </a:p>
      </dgm:t>
    </dgm:pt>
    <dgm:pt modelId="{FA1E0B48-02AA-4110-A766-42901BA49C87}">
      <dgm:prSet phldrT="[Texto]"/>
      <dgm:spPr/>
      <dgm:t>
        <a:bodyPr/>
        <a:lstStyle/>
        <a:p>
          <a:r>
            <a:rPr lang="pt-BR" dirty="0" smtClean="0"/>
            <a:t>Ward Cunningham</a:t>
          </a:r>
          <a:endParaRPr lang="pt-BR" dirty="0"/>
        </a:p>
      </dgm:t>
    </dgm:pt>
    <dgm:pt modelId="{897AA830-45D4-49CD-A785-076CD41B21A9}" type="parTrans" cxnId="{883323EA-369E-4D46-AC36-89FC0C1786BC}">
      <dgm:prSet/>
      <dgm:spPr/>
      <dgm:t>
        <a:bodyPr/>
        <a:lstStyle/>
        <a:p>
          <a:endParaRPr lang="pt-BR"/>
        </a:p>
      </dgm:t>
    </dgm:pt>
    <dgm:pt modelId="{E3124427-1B70-41DE-B571-156AE6435268}" type="sibTrans" cxnId="{883323EA-369E-4D46-AC36-89FC0C1786BC}">
      <dgm:prSet/>
      <dgm:spPr/>
      <dgm:t>
        <a:bodyPr/>
        <a:lstStyle/>
        <a:p>
          <a:endParaRPr lang="pt-BR"/>
        </a:p>
      </dgm:t>
    </dgm:pt>
    <dgm:pt modelId="{F08E54A2-1597-49A7-8CB4-09A72B876EA6}">
      <dgm:prSet phldrT="[Texto]"/>
      <dgm:spPr/>
      <dgm:t>
        <a:bodyPr/>
        <a:lstStyle/>
        <a:p>
          <a:r>
            <a:rPr lang="pt-BR" dirty="0" err="1" smtClean="0"/>
            <a:t>Chritopher</a:t>
          </a:r>
          <a:r>
            <a:rPr lang="pt-BR" dirty="0" smtClean="0"/>
            <a:t> </a:t>
          </a:r>
          <a:r>
            <a:rPr lang="pt-BR" dirty="0" err="1" smtClean="0"/>
            <a:t>alexander</a:t>
          </a:r>
          <a:endParaRPr lang="pt-BR" dirty="0"/>
        </a:p>
      </dgm:t>
    </dgm:pt>
    <dgm:pt modelId="{CC55CBB7-553F-41BE-8DB7-AA62A80E4AFD}" type="sibTrans" cxnId="{8F3A3815-57B4-4BB9-8C1F-69CF51BA1328}">
      <dgm:prSet/>
      <dgm:spPr/>
      <dgm:t>
        <a:bodyPr/>
        <a:lstStyle/>
        <a:p>
          <a:endParaRPr lang="pt-BR"/>
        </a:p>
      </dgm:t>
    </dgm:pt>
    <dgm:pt modelId="{817BE7B1-7534-4CBD-9ED3-F147AE557A90}" type="parTrans" cxnId="{8F3A3815-57B4-4BB9-8C1F-69CF51BA1328}">
      <dgm:prSet/>
      <dgm:spPr/>
      <dgm:t>
        <a:bodyPr/>
        <a:lstStyle/>
        <a:p>
          <a:endParaRPr lang="pt-BR"/>
        </a:p>
      </dgm:t>
    </dgm:pt>
    <dgm:pt modelId="{06FF7EEB-65A0-48F5-971F-04D3F5803B74}">
      <dgm:prSet phldrT="[Texto]"/>
      <dgm:spPr/>
      <dgm:t>
        <a:bodyPr/>
        <a:lstStyle/>
        <a:p>
          <a:r>
            <a:rPr lang="pt-BR" dirty="0" smtClean="0"/>
            <a:t>1995</a:t>
          </a:r>
          <a:endParaRPr lang="pt-BR" dirty="0"/>
        </a:p>
      </dgm:t>
    </dgm:pt>
    <dgm:pt modelId="{4B2F8313-5729-40A8-8722-C202F2DC7115}" type="parTrans" cxnId="{3CEDD3ED-1864-4750-B08B-FD9542620784}">
      <dgm:prSet/>
      <dgm:spPr/>
      <dgm:t>
        <a:bodyPr/>
        <a:lstStyle/>
        <a:p>
          <a:endParaRPr lang="pt-BR"/>
        </a:p>
      </dgm:t>
    </dgm:pt>
    <dgm:pt modelId="{145AAB38-C695-4228-A7F3-7FB7306D4BEB}" type="sibTrans" cxnId="{3CEDD3ED-1864-4750-B08B-FD9542620784}">
      <dgm:prSet/>
      <dgm:spPr/>
      <dgm:t>
        <a:bodyPr/>
        <a:lstStyle/>
        <a:p>
          <a:endParaRPr lang="pt-BR"/>
        </a:p>
      </dgm:t>
    </dgm:pt>
    <dgm:pt modelId="{CC682701-B845-421D-AFB3-455DCB0F76E3}">
      <dgm:prSet phldrT="[Texto]"/>
      <dgm:spPr/>
      <dgm:t>
        <a:bodyPr/>
        <a:lstStyle/>
        <a:p>
          <a:r>
            <a:rPr lang="pt-BR" dirty="0" smtClean="0"/>
            <a:t>2005</a:t>
          </a:r>
        </a:p>
        <a:p>
          <a:r>
            <a:rPr lang="pt-BR" dirty="0" smtClean="0"/>
            <a:t>Craig </a:t>
          </a:r>
          <a:r>
            <a:rPr lang="pt-BR" dirty="0" err="1" smtClean="0"/>
            <a:t>Larmam</a:t>
          </a:r>
          <a:endParaRPr lang="pt-BR" dirty="0" smtClean="0"/>
        </a:p>
        <a:p>
          <a:r>
            <a:rPr lang="pt-BR" dirty="0" smtClean="0"/>
            <a:t>(GRESP)</a:t>
          </a:r>
          <a:endParaRPr lang="pt-BR" dirty="0"/>
        </a:p>
      </dgm:t>
    </dgm:pt>
    <dgm:pt modelId="{A1C3ECA8-739C-4C93-B43F-F4811DECF0BE}" type="parTrans" cxnId="{FFD9C951-EBBB-4B62-960B-006D17C5C0C5}">
      <dgm:prSet/>
      <dgm:spPr/>
      <dgm:t>
        <a:bodyPr/>
        <a:lstStyle/>
        <a:p>
          <a:endParaRPr lang="pt-BR"/>
        </a:p>
      </dgm:t>
    </dgm:pt>
    <dgm:pt modelId="{2E0E2DE1-4827-42B3-AD1C-B0C3FF3B9DA0}" type="sibTrans" cxnId="{FFD9C951-EBBB-4B62-960B-006D17C5C0C5}">
      <dgm:prSet/>
      <dgm:spPr/>
      <dgm:t>
        <a:bodyPr/>
        <a:lstStyle/>
        <a:p>
          <a:endParaRPr lang="pt-BR"/>
        </a:p>
      </dgm:t>
    </dgm:pt>
    <dgm:pt modelId="{3BF44555-8D7F-4800-A601-0E3383801B2B}">
      <dgm:prSet phldrT="[Texto]"/>
      <dgm:spPr/>
      <dgm:t>
        <a:bodyPr/>
        <a:lstStyle/>
        <a:p>
          <a:r>
            <a:rPr lang="pt-BR" dirty="0" smtClean="0"/>
            <a:t>Eric </a:t>
          </a:r>
          <a:r>
            <a:rPr lang="pt-BR" dirty="0" err="1" smtClean="0"/>
            <a:t>Gamma</a:t>
          </a:r>
          <a:endParaRPr lang="pt-BR" dirty="0"/>
        </a:p>
      </dgm:t>
    </dgm:pt>
    <dgm:pt modelId="{3331CA1F-FA3C-4FF4-ABF9-225D6AE40CA5}" type="parTrans" cxnId="{AA71358F-2316-40B2-A2AF-1BA1EC27DBF0}">
      <dgm:prSet/>
      <dgm:spPr/>
      <dgm:t>
        <a:bodyPr/>
        <a:lstStyle/>
        <a:p>
          <a:endParaRPr lang="pt-BR"/>
        </a:p>
      </dgm:t>
    </dgm:pt>
    <dgm:pt modelId="{B7E7C822-1153-438B-8896-43FEB83554BF}" type="sibTrans" cxnId="{AA71358F-2316-40B2-A2AF-1BA1EC27DBF0}">
      <dgm:prSet/>
      <dgm:spPr/>
      <dgm:t>
        <a:bodyPr/>
        <a:lstStyle/>
        <a:p>
          <a:endParaRPr lang="pt-BR"/>
        </a:p>
      </dgm:t>
    </dgm:pt>
    <dgm:pt modelId="{7B0E20A8-1A01-4C33-90E3-D8DCB268C033}">
      <dgm:prSet phldrT="[Texto]"/>
      <dgm:spPr/>
      <dgm:t>
        <a:bodyPr/>
        <a:lstStyle/>
        <a:p>
          <a:endParaRPr lang="pt-BR" dirty="0"/>
        </a:p>
      </dgm:t>
    </dgm:pt>
    <dgm:pt modelId="{F5E640E4-89FD-446F-9F9E-93D978AD1E27}" type="parTrans" cxnId="{13413746-7AB1-468B-8F8E-D08D2208425C}">
      <dgm:prSet/>
      <dgm:spPr/>
      <dgm:t>
        <a:bodyPr/>
        <a:lstStyle/>
        <a:p>
          <a:endParaRPr lang="pt-BR"/>
        </a:p>
      </dgm:t>
    </dgm:pt>
    <dgm:pt modelId="{B8CB5B15-847C-49CE-B510-A7C7C46AB3C4}" type="sibTrans" cxnId="{13413746-7AB1-468B-8F8E-D08D2208425C}">
      <dgm:prSet/>
      <dgm:spPr/>
      <dgm:t>
        <a:bodyPr/>
        <a:lstStyle/>
        <a:p>
          <a:endParaRPr lang="pt-BR"/>
        </a:p>
      </dgm:t>
    </dgm:pt>
    <dgm:pt modelId="{B1ECE3DA-90C5-4603-97AC-1E0087E5BB1A}">
      <dgm:prSet phldrT="[Texto]"/>
      <dgm:spPr/>
      <dgm:t>
        <a:bodyPr/>
        <a:lstStyle/>
        <a:p>
          <a:r>
            <a:rPr lang="pt-BR" dirty="0" smtClean="0"/>
            <a:t>Richard </a:t>
          </a:r>
          <a:r>
            <a:rPr lang="pt-BR" dirty="0" err="1" smtClean="0"/>
            <a:t>Helm</a:t>
          </a:r>
          <a:endParaRPr lang="pt-BR" dirty="0"/>
        </a:p>
      </dgm:t>
    </dgm:pt>
    <dgm:pt modelId="{859524A5-712A-4C35-994F-431B1EFB666C}" type="parTrans" cxnId="{B6AC361E-DC5E-4237-A6F4-CF912ABBA8BF}">
      <dgm:prSet/>
      <dgm:spPr/>
      <dgm:t>
        <a:bodyPr/>
        <a:lstStyle/>
        <a:p>
          <a:endParaRPr lang="pt-BR"/>
        </a:p>
      </dgm:t>
    </dgm:pt>
    <dgm:pt modelId="{50EE230D-B054-4815-9AA1-3AA2AD6A69E0}" type="sibTrans" cxnId="{B6AC361E-DC5E-4237-A6F4-CF912ABBA8BF}">
      <dgm:prSet/>
      <dgm:spPr/>
      <dgm:t>
        <a:bodyPr/>
        <a:lstStyle/>
        <a:p>
          <a:endParaRPr lang="pt-BR"/>
        </a:p>
      </dgm:t>
    </dgm:pt>
    <dgm:pt modelId="{57A0E92B-1D43-4215-A1ED-D7A2A22B92CE}">
      <dgm:prSet phldrT="[Texto]"/>
      <dgm:spPr/>
      <dgm:t>
        <a:bodyPr/>
        <a:lstStyle/>
        <a:p>
          <a:r>
            <a:rPr lang="pt-BR" dirty="0" smtClean="0"/>
            <a:t>Ralph </a:t>
          </a:r>
          <a:r>
            <a:rPr lang="pt-BR" dirty="0" err="1" smtClean="0"/>
            <a:t>jhonson</a:t>
          </a:r>
          <a:r>
            <a:rPr lang="pt-BR" dirty="0" smtClean="0"/>
            <a:t> e</a:t>
          </a:r>
          <a:endParaRPr lang="pt-BR" dirty="0"/>
        </a:p>
      </dgm:t>
    </dgm:pt>
    <dgm:pt modelId="{7DFB22CA-46CF-4B48-8CC7-AD184B19EAAD}" type="parTrans" cxnId="{62569BE6-1667-4876-A44B-1E6A8A5A770E}">
      <dgm:prSet/>
      <dgm:spPr/>
      <dgm:t>
        <a:bodyPr/>
        <a:lstStyle/>
        <a:p>
          <a:endParaRPr lang="pt-BR"/>
        </a:p>
      </dgm:t>
    </dgm:pt>
    <dgm:pt modelId="{BC4D0A7F-0E8E-4F5B-AFB3-08B5B0F4E2AC}" type="sibTrans" cxnId="{62569BE6-1667-4876-A44B-1E6A8A5A770E}">
      <dgm:prSet/>
      <dgm:spPr/>
      <dgm:t>
        <a:bodyPr/>
        <a:lstStyle/>
        <a:p>
          <a:endParaRPr lang="pt-BR"/>
        </a:p>
      </dgm:t>
    </dgm:pt>
    <dgm:pt modelId="{CEA348E8-66C5-43EB-B72A-6012BA946CCE}">
      <dgm:prSet phldrT="[Texto]"/>
      <dgm:spPr/>
      <dgm:t>
        <a:bodyPr/>
        <a:lstStyle/>
        <a:p>
          <a:r>
            <a:rPr lang="pt-BR" dirty="0" smtClean="0"/>
            <a:t>John </a:t>
          </a:r>
          <a:r>
            <a:rPr lang="pt-BR" dirty="0" err="1" smtClean="0"/>
            <a:t>Vlissides</a:t>
          </a:r>
          <a:endParaRPr lang="pt-BR" dirty="0"/>
        </a:p>
      </dgm:t>
    </dgm:pt>
    <dgm:pt modelId="{EA5C7EE1-DDA6-449F-A62E-8CB1170A996D}" type="parTrans" cxnId="{889B1BEA-3EA7-4B14-972E-788C83A1C3C7}">
      <dgm:prSet/>
      <dgm:spPr/>
      <dgm:t>
        <a:bodyPr/>
        <a:lstStyle/>
        <a:p>
          <a:endParaRPr lang="pt-BR"/>
        </a:p>
      </dgm:t>
    </dgm:pt>
    <dgm:pt modelId="{BF42C185-AD85-4852-B944-4BDFEC739538}" type="sibTrans" cxnId="{889B1BEA-3EA7-4B14-972E-788C83A1C3C7}">
      <dgm:prSet/>
      <dgm:spPr/>
      <dgm:t>
        <a:bodyPr/>
        <a:lstStyle/>
        <a:p>
          <a:endParaRPr lang="pt-BR"/>
        </a:p>
      </dgm:t>
    </dgm:pt>
    <dgm:pt modelId="{45265E96-3E41-46B9-AFE1-B76EA8FE8819}">
      <dgm:prSet phldrT="[Texto]"/>
      <dgm:spPr/>
      <dgm:t>
        <a:bodyPr/>
        <a:lstStyle/>
        <a:p>
          <a:r>
            <a:rPr lang="pt-BR" dirty="0" smtClean="0"/>
            <a:t>(GANG OF FOUR)</a:t>
          </a:r>
          <a:endParaRPr lang="pt-BR" dirty="0"/>
        </a:p>
      </dgm:t>
    </dgm:pt>
    <dgm:pt modelId="{6A067447-A613-4197-9819-FB275B67E09A}" type="parTrans" cxnId="{C771C4AF-6EED-4724-A8C9-2240806315D6}">
      <dgm:prSet/>
      <dgm:spPr/>
      <dgm:t>
        <a:bodyPr/>
        <a:lstStyle/>
        <a:p>
          <a:endParaRPr lang="pt-BR"/>
        </a:p>
      </dgm:t>
    </dgm:pt>
    <dgm:pt modelId="{D90F88C0-6C2D-4047-904A-694062EF6653}" type="sibTrans" cxnId="{C771C4AF-6EED-4724-A8C9-2240806315D6}">
      <dgm:prSet/>
      <dgm:spPr/>
      <dgm:t>
        <a:bodyPr/>
        <a:lstStyle/>
        <a:p>
          <a:endParaRPr lang="pt-BR"/>
        </a:p>
      </dgm:t>
    </dgm:pt>
    <dgm:pt modelId="{4A0C7687-1CA0-44F1-98B7-F262663A916D}" type="pres">
      <dgm:prSet presAssocID="{E2901A42-498A-44C4-9CB8-4358A1F4C2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4D9AC6D-900E-4B79-A8D2-24B82F01266C}" type="pres">
      <dgm:prSet presAssocID="{E2901A42-498A-44C4-9CB8-4358A1F4C2F1}" presName="arrow" presStyleLbl="bgShp" presStyleIdx="0" presStyleCnt="1"/>
      <dgm:spPr/>
    </dgm:pt>
    <dgm:pt modelId="{FCA3DBB3-0CFB-4CE4-A460-7719ADE5CBDF}" type="pres">
      <dgm:prSet presAssocID="{E2901A42-498A-44C4-9CB8-4358A1F4C2F1}" presName="points" presStyleCnt="0"/>
      <dgm:spPr/>
    </dgm:pt>
    <dgm:pt modelId="{07D512B5-4B87-4468-A68F-89FE44E36249}" type="pres">
      <dgm:prSet presAssocID="{B5E7095B-FF7A-46E1-BC23-F572997FC9AF}" presName="compositeA" presStyleCnt="0"/>
      <dgm:spPr/>
    </dgm:pt>
    <dgm:pt modelId="{DD97B0D6-73CD-40C9-8E26-81C761C873D5}" type="pres">
      <dgm:prSet presAssocID="{B5E7095B-FF7A-46E1-BC23-F572997FC9AF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F984FC3-A0B3-4828-9632-0CD9718624E8}" type="pres">
      <dgm:prSet presAssocID="{B5E7095B-FF7A-46E1-BC23-F572997FC9AF}" presName="circleA" presStyleLbl="node1" presStyleIdx="0" presStyleCnt="4"/>
      <dgm:spPr/>
    </dgm:pt>
    <dgm:pt modelId="{B797E8F1-6DE7-4ECC-B6E1-2F3CD7277E08}" type="pres">
      <dgm:prSet presAssocID="{B5E7095B-FF7A-46E1-BC23-F572997FC9AF}" presName="spaceA" presStyleCnt="0"/>
      <dgm:spPr/>
    </dgm:pt>
    <dgm:pt modelId="{E49A6BF2-466B-4F66-9CFF-FFC3F237CC60}" type="pres">
      <dgm:prSet presAssocID="{9C55B19E-1647-4684-9A0E-C937BAE12230}" presName="space" presStyleCnt="0"/>
      <dgm:spPr/>
    </dgm:pt>
    <dgm:pt modelId="{745469D6-78C1-4B44-A185-7CB585A0A54F}" type="pres">
      <dgm:prSet presAssocID="{1283C626-4CB5-4302-A23F-BD160B35095A}" presName="compositeB" presStyleCnt="0"/>
      <dgm:spPr/>
    </dgm:pt>
    <dgm:pt modelId="{3BCC6BC2-FF4C-4C2D-9B27-29121AA009E5}" type="pres">
      <dgm:prSet presAssocID="{1283C626-4CB5-4302-A23F-BD160B35095A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5E3ECA-22EF-4367-8AA1-377DE8006EF9}" type="pres">
      <dgm:prSet presAssocID="{1283C626-4CB5-4302-A23F-BD160B35095A}" presName="circleB" presStyleLbl="node1" presStyleIdx="1" presStyleCnt="4"/>
      <dgm:spPr/>
    </dgm:pt>
    <dgm:pt modelId="{2EA8877E-E234-48FD-83B4-6A98E2A71131}" type="pres">
      <dgm:prSet presAssocID="{1283C626-4CB5-4302-A23F-BD160B35095A}" presName="spaceB" presStyleCnt="0"/>
      <dgm:spPr/>
    </dgm:pt>
    <dgm:pt modelId="{7BEA22A2-6F58-40C3-93F3-EF261659C0C2}" type="pres">
      <dgm:prSet presAssocID="{B5D846E3-401D-4B16-B6F2-830CE4702373}" presName="space" presStyleCnt="0"/>
      <dgm:spPr/>
    </dgm:pt>
    <dgm:pt modelId="{771BAD55-7F58-4170-9034-7ECB0AE97BC0}" type="pres">
      <dgm:prSet presAssocID="{06FF7EEB-65A0-48F5-971F-04D3F5803B74}" presName="compositeA" presStyleCnt="0"/>
      <dgm:spPr/>
    </dgm:pt>
    <dgm:pt modelId="{BCBE62D5-D7C2-41AF-858D-472140F6A0FA}" type="pres">
      <dgm:prSet presAssocID="{06FF7EEB-65A0-48F5-971F-04D3F5803B74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3289A45-7C74-446B-9ECB-EA74FEBB90F1}" type="pres">
      <dgm:prSet presAssocID="{06FF7EEB-65A0-48F5-971F-04D3F5803B74}" presName="circleA" presStyleLbl="node1" presStyleIdx="2" presStyleCnt="4"/>
      <dgm:spPr/>
    </dgm:pt>
    <dgm:pt modelId="{4829D4F3-E4A9-4321-9AE4-430908EA24E2}" type="pres">
      <dgm:prSet presAssocID="{06FF7EEB-65A0-48F5-971F-04D3F5803B74}" presName="spaceA" presStyleCnt="0"/>
      <dgm:spPr/>
    </dgm:pt>
    <dgm:pt modelId="{AB4265DA-FC69-4B38-9B71-5D12ED1D7871}" type="pres">
      <dgm:prSet presAssocID="{145AAB38-C695-4228-A7F3-7FB7306D4BEB}" presName="space" presStyleCnt="0"/>
      <dgm:spPr/>
    </dgm:pt>
    <dgm:pt modelId="{CA64208A-FBBF-4648-A032-9444AB4EB698}" type="pres">
      <dgm:prSet presAssocID="{CC682701-B845-421D-AFB3-455DCB0F76E3}" presName="compositeB" presStyleCnt="0"/>
      <dgm:spPr/>
    </dgm:pt>
    <dgm:pt modelId="{9A5F36CF-6536-4935-8B2C-17888235565F}" type="pres">
      <dgm:prSet presAssocID="{CC682701-B845-421D-AFB3-455DCB0F76E3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7CFE0AC-561B-443E-AA2F-8F13AD71E568}" type="pres">
      <dgm:prSet presAssocID="{CC682701-B845-421D-AFB3-455DCB0F76E3}" presName="circleB" presStyleLbl="node1" presStyleIdx="3" presStyleCnt="4"/>
      <dgm:spPr/>
    </dgm:pt>
    <dgm:pt modelId="{51483DEC-89F0-434D-BE72-983C10666D03}" type="pres">
      <dgm:prSet presAssocID="{CC682701-B845-421D-AFB3-455DCB0F76E3}" presName="spaceB" presStyleCnt="0"/>
      <dgm:spPr/>
    </dgm:pt>
  </dgm:ptLst>
  <dgm:cxnLst>
    <dgm:cxn modelId="{B6AC361E-DC5E-4237-A6F4-CF912ABBA8BF}" srcId="{06FF7EEB-65A0-48F5-971F-04D3F5803B74}" destId="{B1ECE3DA-90C5-4603-97AC-1E0087E5BB1A}" srcOrd="1" destOrd="0" parTransId="{859524A5-712A-4C35-994F-431B1EFB666C}" sibTransId="{50EE230D-B054-4815-9AA1-3AA2AD6A69E0}"/>
    <dgm:cxn modelId="{3CEDD3ED-1864-4750-B08B-FD9542620784}" srcId="{E2901A42-498A-44C4-9CB8-4358A1F4C2F1}" destId="{06FF7EEB-65A0-48F5-971F-04D3F5803B74}" srcOrd="2" destOrd="0" parTransId="{4B2F8313-5729-40A8-8722-C202F2DC7115}" sibTransId="{145AAB38-C695-4228-A7F3-7FB7306D4BEB}"/>
    <dgm:cxn modelId="{E40CD3F0-052F-40FB-AE37-2BAF97B7A455}" type="presOf" srcId="{3BF44555-8D7F-4800-A601-0E3383801B2B}" destId="{BCBE62D5-D7C2-41AF-858D-472140F6A0FA}" srcOrd="0" destOrd="1" presId="urn:microsoft.com/office/officeart/2005/8/layout/hProcess11"/>
    <dgm:cxn modelId="{AB124674-9E94-4AF9-9A79-7522912CF6B7}" type="presOf" srcId="{F08E54A2-1597-49A7-8CB4-09A72B876EA6}" destId="{DD97B0D6-73CD-40C9-8E26-81C761C873D5}" srcOrd="0" destOrd="1" presId="urn:microsoft.com/office/officeart/2005/8/layout/hProcess11"/>
    <dgm:cxn modelId="{8909B5E9-0391-4C82-8AE5-8954BD60243F}" type="presOf" srcId="{57A0E92B-1D43-4215-A1ED-D7A2A22B92CE}" destId="{BCBE62D5-D7C2-41AF-858D-472140F6A0FA}" srcOrd="0" destOrd="3" presId="urn:microsoft.com/office/officeart/2005/8/layout/hProcess11"/>
    <dgm:cxn modelId="{883323EA-369E-4D46-AC36-89FC0C1786BC}" srcId="{1283C626-4CB5-4302-A23F-BD160B35095A}" destId="{FA1E0B48-02AA-4110-A766-42901BA49C87}" srcOrd="1" destOrd="0" parTransId="{897AA830-45D4-49CD-A785-076CD41B21A9}" sibTransId="{E3124427-1B70-41DE-B571-156AE6435268}"/>
    <dgm:cxn modelId="{29C42E96-CB3F-4634-936B-5ED60612CC22}" type="presOf" srcId="{FA1E0B48-02AA-4110-A766-42901BA49C87}" destId="{3BCC6BC2-FF4C-4C2D-9B27-29121AA009E5}" srcOrd="0" destOrd="2" presId="urn:microsoft.com/office/officeart/2005/8/layout/hProcess11"/>
    <dgm:cxn modelId="{A9231E60-0A18-4DEE-9D99-AE35EF3EF48C}" type="presOf" srcId="{B5E7095B-FF7A-46E1-BC23-F572997FC9AF}" destId="{DD97B0D6-73CD-40C9-8E26-81C761C873D5}" srcOrd="0" destOrd="0" presId="urn:microsoft.com/office/officeart/2005/8/layout/hProcess11"/>
    <dgm:cxn modelId="{8F3A3815-57B4-4BB9-8C1F-69CF51BA1328}" srcId="{B5E7095B-FF7A-46E1-BC23-F572997FC9AF}" destId="{F08E54A2-1597-49A7-8CB4-09A72B876EA6}" srcOrd="0" destOrd="0" parTransId="{817BE7B1-7534-4CBD-9ED3-F147AE557A90}" sibTransId="{CC55CBB7-553F-41BE-8DB7-AA62A80E4AFD}"/>
    <dgm:cxn modelId="{C771C4AF-6EED-4724-A8C9-2240806315D6}" srcId="{06FF7EEB-65A0-48F5-971F-04D3F5803B74}" destId="{45265E96-3E41-46B9-AFE1-B76EA8FE8819}" srcOrd="4" destOrd="0" parTransId="{6A067447-A613-4197-9819-FB275B67E09A}" sibTransId="{D90F88C0-6C2D-4047-904A-694062EF6653}"/>
    <dgm:cxn modelId="{BF78FC21-C730-4F1D-8AB5-B6177E1C9DA6}" type="presOf" srcId="{B1ECE3DA-90C5-4603-97AC-1E0087E5BB1A}" destId="{BCBE62D5-D7C2-41AF-858D-472140F6A0FA}" srcOrd="0" destOrd="2" presId="urn:microsoft.com/office/officeart/2005/8/layout/hProcess11"/>
    <dgm:cxn modelId="{BE59DF47-1F58-4EF4-B326-C7B2F9051900}" srcId="{1283C626-4CB5-4302-A23F-BD160B35095A}" destId="{A0AE1236-4AC8-4C8E-B463-AFFB9494E867}" srcOrd="0" destOrd="0" parTransId="{39A44F79-1850-4D45-AD24-1AAE2B2FA6AB}" sibTransId="{37615C9A-4A87-432A-8D40-1DAD1D602A88}"/>
    <dgm:cxn modelId="{2F90E452-C7D6-4B25-A19E-7F3063590348}" type="presOf" srcId="{45265E96-3E41-46B9-AFE1-B76EA8FE8819}" destId="{BCBE62D5-D7C2-41AF-858D-472140F6A0FA}" srcOrd="0" destOrd="5" presId="urn:microsoft.com/office/officeart/2005/8/layout/hProcess11"/>
    <dgm:cxn modelId="{A5DF254A-C9CF-4697-A519-11F182B50681}" type="presOf" srcId="{7B0E20A8-1A01-4C33-90E3-D8DCB268C033}" destId="{BCBE62D5-D7C2-41AF-858D-472140F6A0FA}" srcOrd="0" destOrd="6" presId="urn:microsoft.com/office/officeart/2005/8/layout/hProcess11"/>
    <dgm:cxn modelId="{889B1BEA-3EA7-4B14-972E-788C83A1C3C7}" srcId="{06FF7EEB-65A0-48F5-971F-04D3F5803B74}" destId="{CEA348E8-66C5-43EB-B72A-6012BA946CCE}" srcOrd="3" destOrd="0" parTransId="{EA5C7EE1-DDA6-449F-A62E-8CB1170A996D}" sibTransId="{BF42C185-AD85-4852-B944-4BDFEC739538}"/>
    <dgm:cxn modelId="{483CA3A0-7E1C-487E-9E44-042AD73B9917}" srcId="{E2901A42-498A-44C4-9CB8-4358A1F4C2F1}" destId="{B5E7095B-FF7A-46E1-BC23-F572997FC9AF}" srcOrd="0" destOrd="0" parTransId="{B2060763-B47D-4211-90BE-29DA34EBC6FF}" sibTransId="{9C55B19E-1647-4684-9A0E-C937BAE12230}"/>
    <dgm:cxn modelId="{92EC3A11-23C1-4949-A411-932A5F19D1B0}" type="presOf" srcId="{CEA348E8-66C5-43EB-B72A-6012BA946CCE}" destId="{BCBE62D5-D7C2-41AF-858D-472140F6A0FA}" srcOrd="0" destOrd="4" presId="urn:microsoft.com/office/officeart/2005/8/layout/hProcess11"/>
    <dgm:cxn modelId="{C0B389E2-5F88-4D2C-8AA7-79B29200E40C}" srcId="{E2901A42-498A-44C4-9CB8-4358A1F4C2F1}" destId="{1283C626-4CB5-4302-A23F-BD160B35095A}" srcOrd="1" destOrd="0" parTransId="{744EB2A3-450F-4D01-9F41-C08C56D660CC}" sibTransId="{B5D846E3-401D-4B16-B6F2-830CE4702373}"/>
    <dgm:cxn modelId="{7F26CAF1-A728-47FA-9289-E303ED272B9E}" type="presOf" srcId="{06FF7EEB-65A0-48F5-971F-04D3F5803B74}" destId="{BCBE62D5-D7C2-41AF-858D-472140F6A0FA}" srcOrd="0" destOrd="0" presId="urn:microsoft.com/office/officeart/2005/8/layout/hProcess11"/>
    <dgm:cxn modelId="{58F4FCDB-FC1E-412B-A1E9-3DCCAE64CBCC}" type="presOf" srcId="{CC682701-B845-421D-AFB3-455DCB0F76E3}" destId="{9A5F36CF-6536-4935-8B2C-17888235565F}" srcOrd="0" destOrd="0" presId="urn:microsoft.com/office/officeart/2005/8/layout/hProcess11"/>
    <dgm:cxn modelId="{13413746-7AB1-468B-8F8E-D08D2208425C}" srcId="{06FF7EEB-65A0-48F5-971F-04D3F5803B74}" destId="{7B0E20A8-1A01-4C33-90E3-D8DCB268C033}" srcOrd="5" destOrd="0" parTransId="{F5E640E4-89FD-446F-9F9E-93D978AD1E27}" sibTransId="{B8CB5B15-847C-49CE-B510-A7C7C46AB3C4}"/>
    <dgm:cxn modelId="{FFD9C951-EBBB-4B62-960B-006D17C5C0C5}" srcId="{E2901A42-498A-44C4-9CB8-4358A1F4C2F1}" destId="{CC682701-B845-421D-AFB3-455DCB0F76E3}" srcOrd="3" destOrd="0" parTransId="{A1C3ECA8-739C-4C93-B43F-F4811DECF0BE}" sibTransId="{2E0E2DE1-4827-42B3-AD1C-B0C3FF3B9DA0}"/>
    <dgm:cxn modelId="{AA71358F-2316-40B2-A2AF-1BA1EC27DBF0}" srcId="{06FF7EEB-65A0-48F5-971F-04D3F5803B74}" destId="{3BF44555-8D7F-4800-A601-0E3383801B2B}" srcOrd="0" destOrd="0" parTransId="{3331CA1F-FA3C-4FF4-ABF9-225D6AE40CA5}" sibTransId="{B7E7C822-1153-438B-8896-43FEB83554BF}"/>
    <dgm:cxn modelId="{577C9C05-33EB-44F8-91DD-0BF885FD6104}" type="presOf" srcId="{A0AE1236-4AC8-4C8E-B463-AFFB9494E867}" destId="{3BCC6BC2-FF4C-4C2D-9B27-29121AA009E5}" srcOrd="0" destOrd="1" presId="urn:microsoft.com/office/officeart/2005/8/layout/hProcess11"/>
    <dgm:cxn modelId="{62569BE6-1667-4876-A44B-1E6A8A5A770E}" srcId="{06FF7EEB-65A0-48F5-971F-04D3F5803B74}" destId="{57A0E92B-1D43-4215-A1ED-D7A2A22B92CE}" srcOrd="2" destOrd="0" parTransId="{7DFB22CA-46CF-4B48-8CC7-AD184B19EAAD}" sibTransId="{BC4D0A7F-0E8E-4F5B-AFB3-08B5B0F4E2AC}"/>
    <dgm:cxn modelId="{3E4DD67D-6BA4-48FC-8A85-4CCBC0B17AF4}" type="presOf" srcId="{1283C626-4CB5-4302-A23F-BD160B35095A}" destId="{3BCC6BC2-FF4C-4C2D-9B27-29121AA009E5}" srcOrd="0" destOrd="0" presId="urn:microsoft.com/office/officeart/2005/8/layout/hProcess11"/>
    <dgm:cxn modelId="{D5782FF3-FD09-46E9-B886-96EC0C61FF07}" type="presOf" srcId="{E2901A42-498A-44C4-9CB8-4358A1F4C2F1}" destId="{4A0C7687-1CA0-44F1-98B7-F262663A916D}" srcOrd="0" destOrd="0" presId="urn:microsoft.com/office/officeart/2005/8/layout/hProcess11"/>
    <dgm:cxn modelId="{4D7DD4DD-304A-4A72-AE7F-100B09CBD53C}" type="presParOf" srcId="{4A0C7687-1CA0-44F1-98B7-F262663A916D}" destId="{94D9AC6D-900E-4B79-A8D2-24B82F01266C}" srcOrd="0" destOrd="0" presId="urn:microsoft.com/office/officeart/2005/8/layout/hProcess11"/>
    <dgm:cxn modelId="{9614A6B8-4281-4A95-95E0-DE8BEB21CA30}" type="presParOf" srcId="{4A0C7687-1CA0-44F1-98B7-F262663A916D}" destId="{FCA3DBB3-0CFB-4CE4-A460-7719ADE5CBDF}" srcOrd="1" destOrd="0" presId="urn:microsoft.com/office/officeart/2005/8/layout/hProcess11"/>
    <dgm:cxn modelId="{20768570-3F8F-4BE8-A80E-4C93B7A0AD89}" type="presParOf" srcId="{FCA3DBB3-0CFB-4CE4-A460-7719ADE5CBDF}" destId="{07D512B5-4B87-4468-A68F-89FE44E36249}" srcOrd="0" destOrd="0" presId="urn:microsoft.com/office/officeart/2005/8/layout/hProcess11"/>
    <dgm:cxn modelId="{9A184A85-58E6-4867-B3D8-B6178516FE4B}" type="presParOf" srcId="{07D512B5-4B87-4468-A68F-89FE44E36249}" destId="{DD97B0D6-73CD-40C9-8E26-81C761C873D5}" srcOrd="0" destOrd="0" presId="urn:microsoft.com/office/officeart/2005/8/layout/hProcess11"/>
    <dgm:cxn modelId="{6BE0E22B-6428-411B-9E2C-6AFC27D9D90B}" type="presParOf" srcId="{07D512B5-4B87-4468-A68F-89FE44E36249}" destId="{2F984FC3-A0B3-4828-9632-0CD9718624E8}" srcOrd="1" destOrd="0" presId="urn:microsoft.com/office/officeart/2005/8/layout/hProcess11"/>
    <dgm:cxn modelId="{418518E0-2FE8-4449-B280-49F7837D8124}" type="presParOf" srcId="{07D512B5-4B87-4468-A68F-89FE44E36249}" destId="{B797E8F1-6DE7-4ECC-B6E1-2F3CD7277E08}" srcOrd="2" destOrd="0" presId="urn:microsoft.com/office/officeart/2005/8/layout/hProcess11"/>
    <dgm:cxn modelId="{5BB3FEEF-1B88-4C29-9452-DA02F432E519}" type="presParOf" srcId="{FCA3DBB3-0CFB-4CE4-A460-7719ADE5CBDF}" destId="{E49A6BF2-466B-4F66-9CFF-FFC3F237CC60}" srcOrd="1" destOrd="0" presId="urn:microsoft.com/office/officeart/2005/8/layout/hProcess11"/>
    <dgm:cxn modelId="{9EA7C5EB-CCB8-415E-B352-ADF5EBA53F54}" type="presParOf" srcId="{FCA3DBB3-0CFB-4CE4-A460-7719ADE5CBDF}" destId="{745469D6-78C1-4B44-A185-7CB585A0A54F}" srcOrd="2" destOrd="0" presId="urn:microsoft.com/office/officeart/2005/8/layout/hProcess11"/>
    <dgm:cxn modelId="{A5CB1A97-4FF4-470B-810D-B05497738AB3}" type="presParOf" srcId="{745469D6-78C1-4B44-A185-7CB585A0A54F}" destId="{3BCC6BC2-FF4C-4C2D-9B27-29121AA009E5}" srcOrd="0" destOrd="0" presId="urn:microsoft.com/office/officeart/2005/8/layout/hProcess11"/>
    <dgm:cxn modelId="{1FA84B97-0616-4263-86B8-74F748AEF501}" type="presParOf" srcId="{745469D6-78C1-4B44-A185-7CB585A0A54F}" destId="{AB5E3ECA-22EF-4367-8AA1-377DE8006EF9}" srcOrd="1" destOrd="0" presId="urn:microsoft.com/office/officeart/2005/8/layout/hProcess11"/>
    <dgm:cxn modelId="{BF04F0AD-AED6-413D-BB7E-2B33C84E5C62}" type="presParOf" srcId="{745469D6-78C1-4B44-A185-7CB585A0A54F}" destId="{2EA8877E-E234-48FD-83B4-6A98E2A71131}" srcOrd="2" destOrd="0" presId="urn:microsoft.com/office/officeart/2005/8/layout/hProcess11"/>
    <dgm:cxn modelId="{9C4B3A34-02D9-4F71-BCD6-10494919D6E3}" type="presParOf" srcId="{FCA3DBB3-0CFB-4CE4-A460-7719ADE5CBDF}" destId="{7BEA22A2-6F58-40C3-93F3-EF261659C0C2}" srcOrd="3" destOrd="0" presId="urn:microsoft.com/office/officeart/2005/8/layout/hProcess11"/>
    <dgm:cxn modelId="{01311348-5B43-4CAA-A975-7446241FFF7D}" type="presParOf" srcId="{FCA3DBB3-0CFB-4CE4-A460-7719ADE5CBDF}" destId="{771BAD55-7F58-4170-9034-7ECB0AE97BC0}" srcOrd="4" destOrd="0" presId="urn:microsoft.com/office/officeart/2005/8/layout/hProcess11"/>
    <dgm:cxn modelId="{C3A25E4E-98D2-456D-919E-72D841796D1F}" type="presParOf" srcId="{771BAD55-7F58-4170-9034-7ECB0AE97BC0}" destId="{BCBE62D5-D7C2-41AF-858D-472140F6A0FA}" srcOrd="0" destOrd="0" presId="urn:microsoft.com/office/officeart/2005/8/layout/hProcess11"/>
    <dgm:cxn modelId="{1107B3C6-5085-4133-84C9-C0FE71B5431C}" type="presParOf" srcId="{771BAD55-7F58-4170-9034-7ECB0AE97BC0}" destId="{13289A45-7C74-446B-9ECB-EA74FEBB90F1}" srcOrd="1" destOrd="0" presId="urn:microsoft.com/office/officeart/2005/8/layout/hProcess11"/>
    <dgm:cxn modelId="{09EDD921-86A9-4EF6-996E-099BD7C81DC5}" type="presParOf" srcId="{771BAD55-7F58-4170-9034-7ECB0AE97BC0}" destId="{4829D4F3-E4A9-4321-9AE4-430908EA24E2}" srcOrd="2" destOrd="0" presId="urn:microsoft.com/office/officeart/2005/8/layout/hProcess11"/>
    <dgm:cxn modelId="{7B945D9F-6C47-486F-A571-0192320AFA00}" type="presParOf" srcId="{FCA3DBB3-0CFB-4CE4-A460-7719ADE5CBDF}" destId="{AB4265DA-FC69-4B38-9B71-5D12ED1D7871}" srcOrd="5" destOrd="0" presId="urn:microsoft.com/office/officeart/2005/8/layout/hProcess11"/>
    <dgm:cxn modelId="{F9556030-6166-4D24-88EA-C3282716BD95}" type="presParOf" srcId="{FCA3DBB3-0CFB-4CE4-A460-7719ADE5CBDF}" destId="{CA64208A-FBBF-4648-A032-9444AB4EB698}" srcOrd="6" destOrd="0" presId="urn:microsoft.com/office/officeart/2005/8/layout/hProcess11"/>
    <dgm:cxn modelId="{2B72894D-C8BD-4DFB-B661-0AB54A08E935}" type="presParOf" srcId="{CA64208A-FBBF-4648-A032-9444AB4EB698}" destId="{9A5F36CF-6536-4935-8B2C-17888235565F}" srcOrd="0" destOrd="0" presId="urn:microsoft.com/office/officeart/2005/8/layout/hProcess11"/>
    <dgm:cxn modelId="{2E9BF5A4-D84C-4728-9F9D-778C93CF5444}" type="presParOf" srcId="{CA64208A-FBBF-4648-A032-9444AB4EB698}" destId="{17CFE0AC-561B-443E-AA2F-8F13AD71E568}" srcOrd="1" destOrd="0" presId="urn:microsoft.com/office/officeart/2005/8/layout/hProcess11"/>
    <dgm:cxn modelId="{0B8DFDB8-1716-4D3A-9128-D31932E58BDD}" type="presParOf" srcId="{CA64208A-FBBF-4648-A032-9444AB4EB698}" destId="{51483DEC-89F0-434D-BE72-983C10666D0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9AC6D-900E-4B79-A8D2-24B82F01266C}">
      <dsp:nvSpPr>
        <dsp:cNvPr id="0" name=""/>
        <dsp:cNvSpPr/>
      </dsp:nvSpPr>
      <dsp:spPr>
        <a:xfrm>
          <a:off x="0" y="1062513"/>
          <a:ext cx="9906000" cy="141668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B0D6-73CD-40C9-8E26-81C761C873D5}">
      <dsp:nvSpPr>
        <dsp:cNvPr id="0" name=""/>
        <dsp:cNvSpPr/>
      </dsp:nvSpPr>
      <dsp:spPr>
        <a:xfrm>
          <a:off x="0" y="0"/>
          <a:ext cx="8915400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b" anchorCtr="1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400" kern="1200" dirty="0" smtClean="0"/>
            <a:t>1977</a:t>
          </a:r>
          <a:endParaRPr lang="pt-BR" sz="34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700" kern="1200" dirty="0" err="1" smtClean="0"/>
            <a:t>Chritopher</a:t>
          </a:r>
          <a:r>
            <a:rPr lang="pt-BR" sz="2700" kern="1200" dirty="0" smtClean="0"/>
            <a:t> </a:t>
          </a:r>
          <a:r>
            <a:rPr lang="pt-BR" sz="2700" kern="1200" dirty="0" err="1" smtClean="0"/>
            <a:t>alexander</a:t>
          </a:r>
          <a:endParaRPr lang="pt-BR" sz="2700" kern="1200" dirty="0"/>
        </a:p>
      </dsp:txBody>
      <dsp:txXfrm>
        <a:off x="0" y="0"/>
        <a:ext cx="8915400" cy="1416684"/>
      </dsp:txXfrm>
    </dsp:sp>
    <dsp:sp modelId="{2F984FC3-A0B3-4828-9632-0CD9718624E8}">
      <dsp:nvSpPr>
        <dsp:cNvPr id="0" name=""/>
        <dsp:cNvSpPr/>
      </dsp:nvSpPr>
      <dsp:spPr>
        <a:xfrm>
          <a:off x="4280614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9AC6D-900E-4B79-A8D2-24B82F01266C}">
      <dsp:nvSpPr>
        <dsp:cNvPr id="0" name=""/>
        <dsp:cNvSpPr/>
      </dsp:nvSpPr>
      <dsp:spPr>
        <a:xfrm>
          <a:off x="0" y="1062513"/>
          <a:ext cx="9906000" cy="141668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B0D6-73CD-40C9-8E26-81C761C873D5}">
      <dsp:nvSpPr>
        <dsp:cNvPr id="0" name=""/>
        <dsp:cNvSpPr/>
      </dsp:nvSpPr>
      <dsp:spPr>
        <a:xfrm>
          <a:off x="108" y="0"/>
          <a:ext cx="4348869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b" anchorCtr="1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600" kern="1200" dirty="0" smtClean="0"/>
            <a:t>1977</a:t>
          </a:r>
          <a:endParaRPr lang="pt-BR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000" kern="1200" dirty="0" err="1" smtClean="0"/>
            <a:t>Chritopher</a:t>
          </a:r>
          <a:r>
            <a:rPr lang="pt-BR" sz="2000" kern="1200" dirty="0" smtClean="0"/>
            <a:t> </a:t>
          </a:r>
          <a:r>
            <a:rPr lang="pt-BR" sz="2000" kern="1200" dirty="0" err="1" smtClean="0"/>
            <a:t>alexander</a:t>
          </a:r>
          <a:endParaRPr lang="pt-BR" sz="2000" kern="1200" dirty="0"/>
        </a:p>
      </dsp:txBody>
      <dsp:txXfrm>
        <a:off x="108" y="0"/>
        <a:ext cx="4348869" cy="1416684"/>
      </dsp:txXfrm>
    </dsp:sp>
    <dsp:sp modelId="{2F984FC3-A0B3-4828-9632-0CD9718624E8}">
      <dsp:nvSpPr>
        <dsp:cNvPr id="0" name=""/>
        <dsp:cNvSpPr/>
      </dsp:nvSpPr>
      <dsp:spPr>
        <a:xfrm>
          <a:off x="1997457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C6BC2-FF4C-4C2D-9B27-29121AA009E5}">
      <dsp:nvSpPr>
        <dsp:cNvPr id="0" name=""/>
        <dsp:cNvSpPr/>
      </dsp:nvSpPr>
      <dsp:spPr>
        <a:xfrm>
          <a:off x="4566421" y="2125027"/>
          <a:ext cx="4348869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184912" numCol="1" spcCol="1270" anchor="t" anchorCtr="1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600" kern="1200" dirty="0" smtClean="0"/>
            <a:t>1987</a:t>
          </a:r>
          <a:endParaRPr lang="pt-BR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000" kern="1200" dirty="0" smtClean="0"/>
            <a:t>Kent Back</a:t>
          </a:r>
          <a:endParaRPr lang="pt-BR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000" kern="1200" dirty="0" smtClean="0"/>
            <a:t>Ward Cunningham</a:t>
          </a:r>
          <a:endParaRPr lang="pt-BR" sz="2000" kern="1200" dirty="0"/>
        </a:p>
      </dsp:txBody>
      <dsp:txXfrm>
        <a:off x="4566421" y="2125027"/>
        <a:ext cx="4348869" cy="1416684"/>
      </dsp:txXfrm>
    </dsp:sp>
    <dsp:sp modelId="{AB5E3ECA-22EF-4367-8AA1-377DE8006EF9}">
      <dsp:nvSpPr>
        <dsp:cNvPr id="0" name=""/>
        <dsp:cNvSpPr/>
      </dsp:nvSpPr>
      <dsp:spPr>
        <a:xfrm>
          <a:off x="6563770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9AC6D-900E-4B79-A8D2-24B82F01266C}">
      <dsp:nvSpPr>
        <dsp:cNvPr id="0" name=""/>
        <dsp:cNvSpPr/>
      </dsp:nvSpPr>
      <dsp:spPr>
        <a:xfrm>
          <a:off x="0" y="1062513"/>
          <a:ext cx="9906000" cy="141668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B0D6-73CD-40C9-8E26-81C761C873D5}">
      <dsp:nvSpPr>
        <dsp:cNvPr id="0" name=""/>
        <dsp:cNvSpPr/>
      </dsp:nvSpPr>
      <dsp:spPr>
        <a:xfrm>
          <a:off x="4353" y="0"/>
          <a:ext cx="2873126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1977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err="1" smtClean="0"/>
            <a:t>Chritopher</a:t>
          </a:r>
          <a:r>
            <a:rPr lang="pt-BR" sz="1100" kern="1200" dirty="0" smtClean="0"/>
            <a:t> </a:t>
          </a:r>
          <a:r>
            <a:rPr lang="pt-BR" sz="1100" kern="1200" dirty="0" err="1" smtClean="0"/>
            <a:t>alexander</a:t>
          </a:r>
          <a:endParaRPr lang="pt-BR" sz="1100" kern="1200" dirty="0"/>
        </a:p>
      </dsp:txBody>
      <dsp:txXfrm>
        <a:off x="4353" y="0"/>
        <a:ext cx="2873126" cy="1416684"/>
      </dsp:txXfrm>
    </dsp:sp>
    <dsp:sp modelId="{2F984FC3-A0B3-4828-9632-0CD9718624E8}">
      <dsp:nvSpPr>
        <dsp:cNvPr id="0" name=""/>
        <dsp:cNvSpPr/>
      </dsp:nvSpPr>
      <dsp:spPr>
        <a:xfrm>
          <a:off x="1263831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C6BC2-FF4C-4C2D-9B27-29121AA009E5}">
      <dsp:nvSpPr>
        <dsp:cNvPr id="0" name=""/>
        <dsp:cNvSpPr/>
      </dsp:nvSpPr>
      <dsp:spPr>
        <a:xfrm>
          <a:off x="3021136" y="2125027"/>
          <a:ext cx="2873126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1987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Kent Back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Ward Cunningham</a:t>
          </a:r>
          <a:endParaRPr lang="pt-BR" sz="1100" kern="1200" dirty="0"/>
        </a:p>
      </dsp:txBody>
      <dsp:txXfrm>
        <a:off x="3021136" y="2125027"/>
        <a:ext cx="2873126" cy="1416684"/>
      </dsp:txXfrm>
    </dsp:sp>
    <dsp:sp modelId="{AB5E3ECA-22EF-4367-8AA1-377DE8006EF9}">
      <dsp:nvSpPr>
        <dsp:cNvPr id="0" name=""/>
        <dsp:cNvSpPr/>
      </dsp:nvSpPr>
      <dsp:spPr>
        <a:xfrm>
          <a:off x="4280614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62D5-D7C2-41AF-858D-472140F6A0FA}">
      <dsp:nvSpPr>
        <dsp:cNvPr id="0" name=""/>
        <dsp:cNvSpPr/>
      </dsp:nvSpPr>
      <dsp:spPr>
        <a:xfrm>
          <a:off x="6037919" y="0"/>
          <a:ext cx="2873126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1995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Eric </a:t>
          </a:r>
          <a:r>
            <a:rPr lang="pt-BR" sz="1100" kern="1200" dirty="0" err="1" smtClean="0"/>
            <a:t>Gamma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Richard </a:t>
          </a:r>
          <a:r>
            <a:rPr lang="pt-BR" sz="1100" kern="1200" dirty="0" err="1" smtClean="0"/>
            <a:t>Helm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Ralph </a:t>
          </a:r>
          <a:r>
            <a:rPr lang="pt-BR" sz="1100" kern="1200" dirty="0" err="1" smtClean="0"/>
            <a:t>jhonson</a:t>
          </a:r>
          <a:r>
            <a:rPr lang="pt-BR" sz="1100" kern="1200" dirty="0" smtClean="0"/>
            <a:t> e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John </a:t>
          </a:r>
          <a:r>
            <a:rPr lang="pt-BR" sz="1100" kern="1200" dirty="0" err="1" smtClean="0"/>
            <a:t>Vlissides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(GANG OF FOUR)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100" kern="1200" dirty="0"/>
        </a:p>
      </dsp:txBody>
      <dsp:txXfrm>
        <a:off x="6037919" y="0"/>
        <a:ext cx="2873126" cy="1416684"/>
      </dsp:txXfrm>
    </dsp:sp>
    <dsp:sp modelId="{13289A45-7C74-446B-9ECB-EA74FEBB90F1}">
      <dsp:nvSpPr>
        <dsp:cNvPr id="0" name=""/>
        <dsp:cNvSpPr/>
      </dsp:nvSpPr>
      <dsp:spPr>
        <a:xfrm>
          <a:off x="7297397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9AC6D-900E-4B79-A8D2-24B82F01266C}">
      <dsp:nvSpPr>
        <dsp:cNvPr id="0" name=""/>
        <dsp:cNvSpPr/>
      </dsp:nvSpPr>
      <dsp:spPr>
        <a:xfrm>
          <a:off x="0" y="1062513"/>
          <a:ext cx="9906000" cy="141668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B0D6-73CD-40C9-8E26-81C761C873D5}">
      <dsp:nvSpPr>
        <dsp:cNvPr id="0" name=""/>
        <dsp:cNvSpPr/>
      </dsp:nvSpPr>
      <dsp:spPr>
        <a:xfrm>
          <a:off x="4462" y="0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1977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err="1" smtClean="0"/>
            <a:t>Chritopher</a:t>
          </a:r>
          <a:r>
            <a:rPr lang="pt-BR" sz="1100" kern="1200" dirty="0" smtClean="0"/>
            <a:t> </a:t>
          </a:r>
          <a:r>
            <a:rPr lang="pt-BR" sz="1100" kern="1200" dirty="0" err="1" smtClean="0"/>
            <a:t>alexander</a:t>
          </a:r>
          <a:endParaRPr lang="pt-BR" sz="1100" kern="1200" dirty="0"/>
        </a:p>
      </dsp:txBody>
      <dsp:txXfrm>
        <a:off x="4462" y="0"/>
        <a:ext cx="2146138" cy="1416684"/>
      </dsp:txXfrm>
    </dsp:sp>
    <dsp:sp modelId="{2F984FC3-A0B3-4828-9632-0CD9718624E8}">
      <dsp:nvSpPr>
        <dsp:cNvPr id="0" name=""/>
        <dsp:cNvSpPr/>
      </dsp:nvSpPr>
      <dsp:spPr>
        <a:xfrm>
          <a:off x="900445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C6BC2-FF4C-4C2D-9B27-29121AA009E5}">
      <dsp:nvSpPr>
        <dsp:cNvPr id="0" name=""/>
        <dsp:cNvSpPr/>
      </dsp:nvSpPr>
      <dsp:spPr>
        <a:xfrm>
          <a:off x="2257907" y="2125027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1987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Kent Back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Ward Cunningham</a:t>
          </a:r>
          <a:endParaRPr lang="pt-BR" sz="1100" kern="1200" dirty="0"/>
        </a:p>
      </dsp:txBody>
      <dsp:txXfrm>
        <a:off x="2257907" y="2125027"/>
        <a:ext cx="2146138" cy="1416684"/>
      </dsp:txXfrm>
    </dsp:sp>
    <dsp:sp modelId="{AB5E3ECA-22EF-4367-8AA1-377DE8006EF9}">
      <dsp:nvSpPr>
        <dsp:cNvPr id="0" name=""/>
        <dsp:cNvSpPr/>
      </dsp:nvSpPr>
      <dsp:spPr>
        <a:xfrm>
          <a:off x="3153891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62D5-D7C2-41AF-858D-472140F6A0FA}">
      <dsp:nvSpPr>
        <dsp:cNvPr id="0" name=""/>
        <dsp:cNvSpPr/>
      </dsp:nvSpPr>
      <dsp:spPr>
        <a:xfrm>
          <a:off x="4511353" y="0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1995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Eric </a:t>
          </a:r>
          <a:r>
            <a:rPr lang="pt-BR" sz="1100" kern="1200" dirty="0" err="1" smtClean="0"/>
            <a:t>Gamma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Richard </a:t>
          </a:r>
          <a:r>
            <a:rPr lang="pt-BR" sz="1100" kern="1200" dirty="0" err="1" smtClean="0"/>
            <a:t>Helm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Ralph </a:t>
          </a:r>
          <a:r>
            <a:rPr lang="pt-BR" sz="1100" kern="1200" dirty="0" err="1" smtClean="0"/>
            <a:t>jhonson</a:t>
          </a:r>
          <a:r>
            <a:rPr lang="pt-BR" sz="1100" kern="1200" dirty="0" smtClean="0"/>
            <a:t> e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John </a:t>
          </a:r>
          <a:r>
            <a:rPr lang="pt-BR" sz="1100" kern="1200" dirty="0" err="1" smtClean="0"/>
            <a:t>Vlissides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(GANG OF FOUR)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100" kern="1200" dirty="0"/>
        </a:p>
      </dsp:txBody>
      <dsp:txXfrm>
        <a:off x="4511353" y="0"/>
        <a:ext cx="2146138" cy="1416684"/>
      </dsp:txXfrm>
    </dsp:sp>
    <dsp:sp modelId="{13289A45-7C74-446B-9ECB-EA74FEBB90F1}">
      <dsp:nvSpPr>
        <dsp:cNvPr id="0" name=""/>
        <dsp:cNvSpPr/>
      </dsp:nvSpPr>
      <dsp:spPr>
        <a:xfrm>
          <a:off x="5407337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F36CF-6536-4935-8B2C-17888235565F}">
      <dsp:nvSpPr>
        <dsp:cNvPr id="0" name=""/>
        <dsp:cNvSpPr/>
      </dsp:nvSpPr>
      <dsp:spPr>
        <a:xfrm>
          <a:off x="6764799" y="2125027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2005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Craig </a:t>
          </a:r>
          <a:r>
            <a:rPr lang="pt-BR" sz="1400" kern="1200" dirty="0" err="1" smtClean="0"/>
            <a:t>Larmam</a:t>
          </a:r>
          <a:endParaRPr lang="pt-BR" sz="1400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(GRESP)</a:t>
          </a:r>
          <a:endParaRPr lang="pt-BR" sz="1400" kern="1200" dirty="0"/>
        </a:p>
      </dsp:txBody>
      <dsp:txXfrm>
        <a:off x="6764799" y="2125027"/>
        <a:ext cx="2146138" cy="1416684"/>
      </dsp:txXfrm>
    </dsp:sp>
    <dsp:sp modelId="{17CFE0AC-561B-443E-AA2F-8F13AD71E568}">
      <dsp:nvSpPr>
        <dsp:cNvPr id="0" name=""/>
        <dsp:cNvSpPr/>
      </dsp:nvSpPr>
      <dsp:spPr>
        <a:xfrm>
          <a:off x="7660782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9AC6D-900E-4B79-A8D2-24B82F01266C}">
      <dsp:nvSpPr>
        <dsp:cNvPr id="0" name=""/>
        <dsp:cNvSpPr/>
      </dsp:nvSpPr>
      <dsp:spPr>
        <a:xfrm>
          <a:off x="0" y="1062513"/>
          <a:ext cx="9906000" cy="141668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7B0D6-73CD-40C9-8E26-81C761C873D5}">
      <dsp:nvSpPr>
        <dsp:cNvPr id="0" name=""/>
        <dsp:cNvSpPr/>
      </dsp:nvSpPr>
      <dsp:spPr>
        <a:xfrm>
          <a:off x="4462" y="0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1977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err="1" smtClean="0"/>
            <a:t>Chritopher</a:t>
          </a:r>
          <a:r>
            <a:rPr lang="pt-BR" sz="1100" kern="1200" dirty="0" smtClean="0"/>
            <a:t> </a:t>
          </a:r>
          <a:r>
            <a:rPr lang="pt-BR" sz="1100" kern="1200" dirty="0" err="1" smtClean="0"/>
            <a:t>alexander</a:t>
          </a:r>
          <a:endParaRPr lang="pt-BR" sz="1100" kern="1200" dirty="0"/>
        </a:p>
      </dsp:txBody>
      <dsp:txXfrm>
        <a:off x="4462" y="0"/>
        <a:ext cx="2146138" cy="1416684"/>
      </dsp:txXfrm>
    </dsp:sp>
    <dsp:sp modelId="{2F984FC3-A0B3-4828-9632-0CD9718624E8}">
      <dsp:nvSpPr>
        <dsp:cNvPr id="0" name=""/>
        <dsp:cNvSpPr/>
      </dsp:nvSpPr>
      <dsp:spPr>
        <a:xfrm>
          <a:off x="900445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C6BC2-FF4C-4C2D-9B27-29121AA009E5}">
      <dsp:nvSpPr>
        <dsp:cNvPr id="0" name=""/>
        <dsp:cNvSpPr/>
      </dsp:nvSpPr>
      <dsp:spPr>
        <a:xfrm>
          <a:off x="2257907" y="2125027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1987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Kent Back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Ward Cunningham</a:t>
          </a:r>
          <a:endParaRPr lang="pt-BR" sz="1100" kern="1200" dirty="0"/>
        </a:p>
      </dsp:txBody>
      <dsp:txXfrm>
        <a:off x="2257907" y="2125027"/>
        <a:ext cx="2146138" cy="1416684"/>
      </dsp:txXfrm>
    </dsp:sp>
    <dsp:sp modelId="{AB5E3ECA-22EF-4367-8AA1-377DE8006EF9}">
      <dsp:nvSpPr>
        <dsp:cNvPr id="0" name=""/>
        <dsp:cNvSpPr/>
      </dsp:nvSpPr>
      <dsp:spPr>
        <a:xfrm>
          <a:off x="3153891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62D5-D7C2-41AF-858D-472140F6A0FA}">
      <dsp:nvSpPr>
        <dsp:cNvPr id="0" name=""/>
        <dsp:cNvSpPr/>
      </dsp:nvSpPr>
      <dsp:spPr>
        <a:xfrm>
          <a:off x="4511353" y="0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1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1995</a:t>
          </a:r>
          <a:endParaRPr lang="pt-B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Eric </a:t>
          </a:r>
          <a:r>
            <a:rPr lang="pt-BR" sz="1100" kern="1200" dirty="0" err="1" smtClean="0"/>
            <a:t>Gamma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Richard </a:t>
          </a:r>
          <a:r>
            <a:rPr lang="pt-BR" sz="1100" kern="1200" dirty="0" err="1" smtClean="0"/>
            <a:t>Helm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Ralph </a:t>
          </a:r>
          <a:r>
            <a:rPr lang="pt-BR" sz="1100" kern="1200" dirty="0" err="1" smtClean="0"/>
            <a:t>jhonson</a:t>
          </a:r>
          <a:r>
            <a:rPr lang="pt-BR" sz="1100" kern="1200" dirty="0" smtClean="0"/>
            <a:t> e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John </a:t>
          </a:r>
          <a:r>
            <a:rPr lang="pt-BR" sz="1100" kern="1200" dirty="0" err="1" smtClean="0"/>
            <a:t>Vlissides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100" kern="1200" dirty="0" smtClean="0"/>
            <a:t>(GANG OF FOUR)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pt-BR" sz="1100" kern="1200" dirty="0"/>
        </a:p>
      </dsp:txBody>
      <dsp:txXfrm>
        <a:off x="4511353" y="0"/>
        <a:ext cx="2146138" cy="1416684"/>
      </dsp:txXfrm>
    </dsp:sp>
    <dsp:sp modelId="{13289A45-7C74-446B-9ECB-EA74FEBB90F1}">
      <dsp:nvSpPr>
        <dsp:cNvPr id="0" name=""/>
        <dsp:cNvSpPr/>
      </dsp:nvSpPr>
      <dsp:spPr>
        <a:xfrm>
          <a:off x="5407337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F36CF-6536-4935-8B2C-17888235565F}">
      <dsp:nvSpPr>
        <dsp:cNvPr id="0" name=""/>
        <dsp:cNvSpPr/>
      </dsp:nvSpPr>
      <dsp:spPr>
        <a:xfrm>
          <a:off x="6764799" y="2125027"/>
          <a:ext cx="2146138" cy="1416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2005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Craig </a:t>
          </a:r>
          <a:r>
            <a:rPr lang="pt-BR" sz="1400" kern="1200" dirty="0" err="1" smtClean="0"/>
            <a:t>Larmam</a:t>
          </a:r>
          <a:endParaRPr lang="pt-BR" sz="1400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(GRESP)</a:t>
          </a:r>
          <a:endParaRPr lang="pt-BR" sz="1400" kern="1200" dirty="0"/>
        </a:p>
      </dsp:txBody>
      <dsp:txXfrm>
        <a:off x="6764799" y="2125027"/>
        <a:ext cx="2146138" cy="1416684"/>
      </dsp:txXfrm>
    </dsp:sp>
    <dsp:sp modelId="{17CFE0AC-561B-443E-AA2F-8F13AD71E568}">
      <dsp:nvSpPr>
        <dsp:cNvPr id="0" name=""/>
        <dsp:cNvSpPr/>
      </dsp:nvSpPr>
      <dsp:spPr>
        <a:xfrm>
          <a:off x="7660782" y="1593770"/>
          <a:ext cx="354171" cy="3541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22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29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21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19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25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10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481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31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97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57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686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2824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602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95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802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308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43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1FE2F-3FA9-4610-923C-D1D702CC728F}" type="datetimeFigureOut">
              <a:rPr lang="pt-BR" smtClean="0"/>
              <a:t>03/10/2017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D7E13-5F3E-4AA8-9D16-2E89468DE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176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sodegemeos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8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5"/>
          <p:cNvSpPr txBox="1">
            <a:spLocks/>
          </p:cNvSpPr>
          <p:nvPr/>
        </p:nvSpPr>
        <p:spPr>
          <a:xfrm>
            <a:off x="1" y="2763642"/>
            <a:ext cx="12192000" cy="1060418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pt-BR" sz="3000" b="1" dirty="0" smtClean="0">
                <a:solidFill>
                  <a:srgbClr val="FFFFFF"/>
                </a:solidFill>
              </a:rPr>
              <a:t>Padrões de Projeto:</a:t>
            </a:r>
          </a:p>
          <a:p>
            <a:pPr algn="ctr">
              <a:spcBef>
                <a:spcPts val="0"/>
              </a:spcBef>
            </a:pPr>
            <a:r>
              <a:rPr lang="pt-BR" sz="3000" b="1" dirty="0" smtClean="0">
                <a:solidFill>
                  <a:srgbClr val="FFFFFF"/>
                </a:solidFill>
              </a:rPr>
              <a:t>“Strategy”, “Interpreter”,”</a:t>
            </a:r>
            <a:r>
              <a:rPr lang="pt-BR" sz="3200" dirty="0"/>
              <a:t> </a:t>
            </a:r>
            <a:r>
              <a:rPr lang="pt-BR" sz="3200" b="1" dirty="0"/>
              <a:t>Abstract Factory</a:t>
            </a:r>
            <a:r>
              <a:rPr lang="pt-BR" sz="3000" b="1" dirty="0" smtClean="0">
                <a:solidFill>
                  <a:srgbClr val="FFFFFF"/>
                </a:solidFill>
              </a:rPr>
              <a:t>”, ”Facade”</a:t>
            </a:r>
            <a:endParaRPr lang="pt-BR" sz="3000" b="1" dirty="0">
              <a:solidFill>
                <a:srgbClr val="FFFFFF"/>
              </a:solidFill>
            </a:endParaRPr>
          </a:p>
        </p:txBody>
      </p:sp>
      <p:sp>
        <p:nvSpPr>
          <p:cNvPr id="6" name="Shape 87"/>
          <p:cNvSpPr txBox="1"/>
          <p:nvPr/>
        </p:nvSpPr>
        <p:spPr>
          <a:xfrm>
            <a:off x="1" y="225175"/>
            <a:ext cx="12192000" cy="19796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Universidade Federal de Sergipe</a:t>
            </a:r>
          </a:p>
          <a:p>
            <a:pPr lvl="0" algn="ctr">
              <a:spcBef>
                <a:spcPts val="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Campus Professor Alberto Carvalho</a:t>
            </a:r>
          </a:p>
          <a:p>
            <a:pPr lvl="0" algn="ctr">
              <a:spcBef>
                <a:spcPts val="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Departamento de Sistemas de Informação</a:t>
            </a:r>
          </a:p>
          <a:p>
            <a:pPr lvl="0" algn="ctr">
              <a:spcBef>
                <a:spcPts val="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Disciplina </a:t>
            </a:r>
            <a:r>
              <a:rPr lang="pt-BR" sz="2400" b="1" dirty="0" smtClean="0">
                <a:solidFill>
                  <a:srgbClr val="FFFFFF"/>
                </a:solidFill>
              </a:rPr>
              <a:t>de Engenharia de Software </a:t>
            </a:r>
            <a:r>
              <a:rPr lang="pt-BR" sz="2400" b="1" dirty="0">
                <a:solidFill>
                  <a:srgbClr val="FFFFFF"/>
                </a:solidFill>
              </a:rPr>
              <a:t>2</a:t>
            </a:r>
            <a:endParaRPr lang="pt-BR" sz="2400" b="1" dirty="0" smtClean="0">
              <a:solidFill>
                <a:srgbClr val="FFFFFF"/>
              </a:solidFill>
            </a:endParaRPr>
          </a:p>
          <a:p>
            <a:pPr lvl="0" algn="ctr">
              <a:spcBef>
                <a:spcPts val="0"/>
              </a:spcBef>
              <a:buNone/>
            </a:pPr>
            <a:endParaRPr lang="pt-BR" sz="2400" dirty="0" smtClean="0">
              <a:solidFill>
                <a:srgbClr val="FFFFFF"/>
              </a:solidFill>
            </a:endParaRPr>
          </a:p>
          <a:p>
            <a:pPr lvl="0" algn="ctr">
              <a:spcBef>
                <a:spcPts val="0"/>
              </a:spcBef>
              <a:buNone/>
            </a:pPr>
            <a:endParaRPr lang="pt-BR" sz="2400" dirty="0" smtClean="0">
              <a:solidFill>
                <a:srgbClr val="FFFFFF"/>
              </a:solidFill>
            </a:endParaRPr>
          </a:p>
          <a:p>
            <a:pPr lvl="0" algn="ctr">
              <a:spcBef>
                <a:spcPts val="0"/>
              </a:spcBef>
              <a:buNone/>
            </a:pPr>
            <a:endParaRPr lang="pt-BR" sz="2400" dirty="0" smtClean="0">
              <a:solidFill>
                <a:srgbClr val="FFFFFF"/>
              </a:solidFill>
            </a:endParaRPr>
          </a:p>
          <a:p>
            <a:pPr lvl="0" algn="ctr">
              <a:spcBef>
                <a:spcPts val="0"/>
              </a:spcBef>
              <a:buNone/>
            </a:pPr>
            <a:endParaRPr lang="pt-BR" sz="2400" dirty="0">
              <a:solidFill>
                <a:srgbClr val="FFFFFF"/>
              </a:solidFill>
            </a:endParaRPr>
          </a:p>
          <a:p>
            <a:pPr lvl="0"/>
            <a:endParaRPr lang="pt-BR" sz="2400" b="1" dirty="0">
              <a:solidFill>
                <a:schemeClr val="bg1"/>
              </a:solidFill>
            </a:endParaRPr>
          </a:p>
        </p:txBody>
      </p:sp>
      <p:pic>
        <p:nvPicPr>
          <p:cNvPr id="7" name="Shape 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6500" y="225164"/>
            <a:ext cx="2344814" cy="12624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89"/>
          <p:cNvSpPr txBox="1"/>
          <p:nvPr/>
        </p:nvSpPr>
        <p:spPr>
          <a:xfrm>
            <a:off x="1" y="4382860"/>
            <a:ext cx="6160143" cy="145762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 dirty="0" smtClean="0">
                <a:solidFill>
                  <a:srgbClr val="FFFFFF"/>
                </a:solidFill>
              </a:rPr>
              <a:t>Emeson </a:t>
            </a:r>
            <a:r>
              <a:rPr lang="pt-BR" sz="1800" b="1" dirty="0">
                <a:solidFill>
                  <a:srgbClr val="FFFFFF"/>
                </a:solidFill>
              </a:rPr>
              <a:t>Santos </a:t>
            </a:r>
            <a:r>
              <a:rPr lang="pt-BR" sz="1800" b="1" dirty="0" smtClean="0">
                <a:solidFill>
                  <a:srgbClr val="FFFFFF"/>
                </a:solidFill>
              </a:rPr>
              <a:t>de Oliveira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1800" b="1" dirty="0" smtClean="0">
                <a:hlinkClick r:id="rId3"/>
              </a:rPr>
              <a:t>esodegemeos</a:t>
            </a:r>
            <a:r>
              <a:rPr lang="pt-BR" b="1" dirty="0" smtClean="0">
                <a:hlinkClick r:id="rId3"/>
              </a:rPr>
              <a:t>@gmail.com</a:t>
            </a:r>
            <a:endParaRPr lang="pt-BR" b="1" dirty="0" smtClean="0"/>
          </a:p>
        </p:txBody>
      </p:sp>
      <p:sp>
        <p:nvSpPr>
          <p:cNvPr id="9" name="Shape 89"/>
          <p:cNvSpPr txBox="1"/>
          <p:nvPr/>
        </p:nvSpPr>
        <p:spPr>
          <a:xfrm>
            <a:off x="6160144" y="4382860"/>
            <a:ext cx="5848170" cy="127146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b="1" dirty="0" smtClean="0">
                <a:solidFill>
                  <a:srgbClr val="FFFFFF"/>
                </a:solidFill>
              </a:rPr>
              <a:t>Paulo Vitor dos Santos Felipe.</a:t>
            </a:r>
            <a:endParaRPr lang="pt-BR" b="1" dirty="0">
              <a:solidFill>
                <a:srgbClr val="FFFFFF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pt-BR" b="1" dirty="0" smtClean="0">
                <a:solidFill>
                  <a:srgbClr val="FFFFFF"/>
                </a:solidFill>
              </a:rPr>
              <a:t>Paulo.vitor_18@Hotmail.com</a:t>
            </a:r>
            <a:endParaRPr lang="pt-BR" sz="1800" dirty="0">
              <a:solidFill>
                <a:srgbClr val="FFFFFF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18582" y="5469660"/>
            <a:ext cx="31548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pt-BR" b="1" dirty="0">
                <a:solidFill>
                  <a:srgbClr val="FFFFFF"/>
                </a:solidFill>
              </a:rPr>
              <a:t>Docente: Breno Santana Santos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4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51224"/>
          </a:xfrm>
        </p:spPr>
        <p:txBody>
          <a:bodyPr/>
          <a:lstStyle/>
          <a:p>
            <a:r>
              <a:rPr lang="pt-BR" dirty="0" smtClean="0"/>
              <a:t>Sumario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869742"/>
            <a:ext cx="9905999" cy="4544705"/>
          </a:xfrm>
        </p:spPr>
        <p:txBody>
          <a:bodyPr>
            <a:normAutofit/>
          </a:bodyPr>
          <a:lstStyle/>
          <a:p>
            <a:r>
              <a:rPr lang="pt-BR" dirty="0" smtClean="0"/>
              <a:t>Introdução.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Histórico.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O que é um padrão de Projeto? (Capitulo 01)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que faz um padrão de Projeto? (Capitulo 01</a:t>
            </a:r>
            <a:r>
              <a:rPr lang="pt-BR" dirty="0" smtClean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Como os padrões solucionam problemas de projeto? </a:t>
            </a:r>
            <a:r>
              <a:rPr lang="pt-BR" dirty="0"/>
              <a:t>(Capitulo 01)</a:t>
            </a:r>
            <a:endParaRPr lang="pt-BR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Como Usar um padrão de Projeto? </a:t>
            </a:r>
            <a:r>
              <a:rPr lang="pt-BR" dirty="0"/>
              <a:t>(Capitulo 01</a:t>
            </a:r>
            <a:r>
              <a:rPr lang="pt-BR" dirty="0" smtClean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Porque usar Padrões de Projetos? </a:t>
            </a:r>
          </a:p>
        </p:txBody>
      </p:sp>
    </p:spTree>
    <p:extLst>
      <p:ext uri="{BB962C8B-B14F-4D97-AF65-F5344CB8AC3E}">
        <p14:creationId xmlns:p14="http://schemas.microsoft.com/office/powerpoint/2010/main" val="138471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51224"/>
          </a:xfrm>
        </p:spPr>
        <p:txBody>
          <a:bodyPr/>
          <a:lstStyle/>
          <a:p>
            <a:r>
              <a:rPr lang="pt-BR" dirty="0" smtClean="0"/>
              <a:t>Sumario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869742"/>
            <a:ext cx="9905999" cy="4544705"/>
          </a:xfrm>
        </p:spPr>
        <p:txBody>
          <a:bodyPr>
            <a:normAutofit/>
          </a:bodyPr>
          <a:lstStyle/>
          <a:p>
            <a:r>
              <a:rPr lang="pt-BR" dirty="0"/>
              <a:t>Tipos de Padrões: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Padrões GRASP.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Padrões </a:t>
            </a:r>
            <a:r>
              <a:rPr lang="pt-BR" dirty="0" err="1"/>
              <a:t>GoF</a:t>
            </a:r>
            <a:r>
              <a:rPr lang="pt-BR" dirty="0" smtClean="0"/>
              <a:t>.</a:t>
            </a:r>
          </a:p>
          <a:p>
            <a:r>
              <a:rPr lang="pt-BR" dirty="0" smtClean="0"/>
              <a:t>Divisão dos Padrões </a:t>
            </a:r>
            <a:r>
              <a:rPr lang="pt-BR" dirty="0" err="1" smtClean="0"/>
              <a:t>GoF</a:t>
            </a:r>
            <a:r>
              <a:rPr lang="pt-BR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Padrões de Criação.</a:t>
            </a:r>
            <a:r>
              <a:rPr lang="pt-BR" dirty="0"/>
              <a:t> (Capitulo </a:t>
            </a:r>
            <a:r>
              <a:rPr lang="pt-BR" dirty="0" smtClean="0"/>
              <a:t>03)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Padrões </a:t>
            </a:r>
            <a:r>
              <a:rPr lang="pt-BR" dirty="0"/>
              <a:t>de estruturais (Capitulo </a:t>
            </a:r>
            <a:r>
              <a:rPr lang="pt-BR" dirty="0" smtClean="0"/>
              <a:t>04)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Padrões comportamentais </a:t>
            </a:r>
            <a:r>
              <a:rPr lang="pt-BR" dirty="0"/>
              <a:t>(Capitulo </a:t>
            </a:r>
            <a:r>
              <a:rPr lang="pt-BR" dirty="0" smtClean="0"/>
              <a:t>05)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512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51224"/>
          </a:xfrm>
        </p:spPr>
        <p:txBody>
          <a:bodyPr/>
          <a:lstStyle/>
          <a:p>
            <a:r>
              <a:rPr lang="pt-BR" dirty="0" smtClean="0"/>
              <a:t>Sumario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869742"/>
            <a:ext cx="9905999" cy="4544705"/>
          </a:xfrm>
        </p:spPr>
        <p:txBody>
          <a:bodyPr>
            <a:normAutofit fontScale="70000" lnSpcReduction="20000"/>
          </a:bodyPr>
          <a:lstStyle/>
          <a:p>
            <a:r>
              <a:rPr lang="pt-BR" b="1" dirty="0" smtClean="0"/>
              <a:t>Foco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smtClean="0"/>
              <a:t>Interpreter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Exemplo.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Implementação.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smtClean="0"/>
              <a:t>Strategy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Exemplo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Implementação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smtClean="0"/>
              <a:t>Abstract Factory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Exemplo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Implementação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smtClean="0"/>
              <a:t>Facade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Exemplo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pt-BR" b="1" dirty="0" smtClean="0"/>
              <a:t>Implementação</a:t>
            </a:r>
            <a:endParaRPr lang="pt-BR" b="1" dirty="0"/>
          </a:p>
          <a:p>
            <a:r>
              <a:rPr lang="pt-BR" b="1" dirty="0" smtClean="0"/>
              <a:t>Conclusão</a:t>
            </a:r>
          </a:p>
          <a:p>
            <a:r>
              <a:rPr lang="pt-BR" b="1" dirty="0" smtClean="0"/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272646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slide histórico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335177"/>
              </p:ext>
            </p:extLst>
          </p:nvPr>
        </p:nvGraphicFramePr>
        <p:xfrm>
          <a:off x="1141413" y="1990180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3029803" y="5322629"/>
            <a:ext cx="5472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Estabelece as  características  que um padrão deve ter e determina formatos de descrição de padrões de Projeto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53" y="2260286"/>
            <a:ext cx="2443046" cy="300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7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slide histórico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23441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7380709" y="2097088"/>
            <a:ext cx="2930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Propõem os primeiros padrões de projeto para área de ciência da computação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7"/>
          <a:srcRect r="41056"/>
          <a:stretch/>
        </p:blipFill>
        <p:spPr>
          <a:xfrm>
            <a:off x="1209560" y="2825090"/>
            <a:ext cx="3826471" cy="215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1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slide histórico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962299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7670042" y="4672083"/>
            <a:ext cx="2347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Criação do livro “padrões de Projeto”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38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42" y="680645"/>
            <a:ext cx="6604013" cy="475116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8" y="0"/>
            <a:ext cx="5049681" cy="685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5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slide histórico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/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79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slide histórico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/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Imagem relaciona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7" y="0"/>
            <a:ext cx="65481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7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um Padrão de Projeto</a:t>
            </a:r>
            <a:r>
              <a:rPr lang="pt-BR" dirty="0"/>
              <a:t>? (Capitulo 01)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Um padrão de </a:t>
            </a:r>
            <a:r>
              <a:rPr lang="pt-BR" dirty="0" smtClean="0"/>
              <a:t>projeto </a:t>
            </a:r>
            <a:r>
              <a:rPr lang="pt-BR" dirty="0"/>
              <a:t>é uma </a:t>
            </a:r>
            <a:r>
              <a:rPr lang="pt-BR" dirty="0" smtClean="0"/>
              <a:t>estrutura recorrente </a:t>
            </a:r>
            <a:r>
              <a:rPr lang="pt-BR" dirty="0"/>
              <a:t>no </a:t>
            </a:r>
            <a:r>
              <a:rPr lang="pt-BR" dirty="0" smtClean="0"/>
              <a:t>projeto </a:t>
            </a:r>
            <a:r>
              <a:rPr lang="pt-BR" dirty="0"/>
              <a:t>de </a:t>
            </a:r>
            <a:r>
              <a:rPr lang="pt-BR" dirty="0" smtClean="0"/>
              <a:t>software orientado a objetos. Pelo fato </a:t>
            </a:r>
            <a:r>
              <a:rPr lang="pt-BR" dirty="0"/>
              <a:t>de ser recorrente</a:t>
            </a:r>
            <a:r>
              <a:rPr lang="pt-BR" dirty="0" smtClean="0"/>
              <a:t>, vale a pena </a:t>
            </a:r>
            <a:r>
              <a:rPr lang="pt-BR" dirty="0"/>
              <a:t>que </a:t>
            </a:r>
            <a:r>
              <a:rPr lang="pt-BR" dirty="0" smtClean="0"/>
              <a:t>seja </a:t>
            </a:r>
            <a:r>
              <a:rPr lang="pt-BR" dirty="0"/>
              <a:t>documentada e estudada</a:t>
            </a:r>
            <a:r>
              <a:rPr lang="pt-BR" dirty="0" smtClean="0"/>
              <a:t>. </a:t>
            </a:r>
            <a:endParaRPr lang="pt-BR" dirty="0"/>
          </a:p>
          <a:p>
            <a:pPr marL="457200" indent="-457200">
              <a:buFont typeface="+mj-lt"/>
              <a:buAutoNum type="arabicPeriod" startAt="2"/>
            </a:pPr>
            <a:r>
              <a:rPr lang="pt-BR" dirty="0" smtClean="0"/>
              <a:t>São </a:t>
            </a:r>
            <a:r>
              <a:rPr lang="pt-BR" dirty="0"/>
              <a:t>m</a:t>
            </a:r>
            <a:r>
              <a:rPr lang="pt-BR" dirty="0" smtClean="0"/>
              <a:t>elhores práticas formalizadas que o programador pode usar para resolver problemas comuns quando projetar uma aplicação ou sistema.</a:t>
            </a:r>
          </a:p>
        </p:txBody>
      </p:sp>
    </p:spTree>
    <p:extLst>
      <p:ext uri="{BB962C8B-B14F-4D97-AF65-F5344CB8AC3E}">
        <p14:creationId xmlns:p14="http://schemas.microsoft.com/office/powerpoint/2010/main" val="231629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faz um padrão de Projeto? (Capitulo 01)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padrão de projeto nomeia, abstrai e identifica os aspectos chave de uma estrutura de projeto comum para torná-la útil para a criação de um projeto orientado a objetos reutilizável.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597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os </a:t>
            </a:r>
            <a:r>
              <a:rPr lang="pt-BR" dirty="0" smtClean="0"/>
              <a:t>padrões </a:t>
            </a:r>
            <a:r>
              <a:rPr lang="pt-BR" dirty="0"/>
              <a:t>solucionam problemas de projeto? (Capitulo 01)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Procurando </a:t>
            </a:r>
            <a:r>
              <a:rPr lang="pt-BR" dirty="0" smtClean="0"/>
              <a:t>objetos apropriados</a:t>
            </a:r>
            <a:r>
              <a:rPr lang="pt-BR" dirty="0"/>
              <a:t>.</a:t>
            </a:r>
          </a:p>
          <a:p>
            <a:r>
              <a:rPr lang="pt-BR" dirty="0"/>
              <a:t>Determinando a </a:t>
            </a:r>
            <a:r>
              <a:rPr lang="pt-BR" dirty="0" smtClean="0"/>
              <a:t>granularidade </a:t>
            </a:r>
            <a:r>
              <a:rPr lang="pt-BR" dirty="0"/>
              <a:t>dos objetos.</a:t>
            </a:r>
          </a:p>
          <a:p>
            <a:r>
              <a:rPr lang="pt-BR" dirty="0"/>
              <a:t>Especificando interfaces dos objetos.</a:t>
            </a:r>
          </a:p>
          <a:p>
            <a:r>
              <a:rPr lang="pt-BR" dirty="0" smtClean="0"/>
              <a:t>Especificando implementações </a:t>
            </a:r>
            <a:r>
              <a:rPr lang="pt-BR" dirty="0"/>
              <a:t>dos </a:t>
            </a:r>
            <a:r>
              <a:rPr lang="pt-BR" dirty="0" smtClean="0"/>
              <a:t>objetos.</a:t>
            </a:r>
            <a:endParaRPr lang="pt-BR" dirty="0"/>
          </a:p>
          <a:p>
            <a:r>
              <a:rPr lang="pt-BR" dirty="0"/>
              <a:t>Herança de </a:t>
            </a:r>
            <a:r>
              <a:rPr lang="pt-BR" dirty="0" smtClean="0"/>
              <a:t>classe </a:t>
            </a:r>
            <a:r>
              <a:rPr lang="pt-BR" dirty="0"/>
              <a:t>versus herança de </a:t>
            </a:r>
            <a:r>
              <a:rPr lang="pt-BR" dirty="0" smtClean="0"/>
              <a:t>interface.</a:t>
            </a:r>
          </a:p>
          <a:p>
            <a:r>
              <a:rPr lang="pt-BR" dirty="0" smtClean="0"/>
              <a:t>Programando </a:t>
            </a:r>
            <a:r>
              <a:rPr lang="pt-BR" dirty="0"/>
              <a:t>para uma </a:t>
            </a:r>
            <a:r>
              <a:rPr lang="pt-BR" dirty="0" smtClean="0"/>
              <a:t>interface, não </a:t>
            </a:r>
            <a:r>
              <a:rPr lang="pt-BR" dirty="0"/>
              <a:t>para </a:t>
            </a:r>
            <a:r>
              <a:rPr lang="pt-BR" dirty="0" smtClean="0"/>
              <a:t>uma implementação.</a:t>
            </a:r>
            <a:endParaRPr lang="pt-BR" dirty="0"/>
          </a:p>
          <a:p>
            <a:r>
              <a:rPr lang="pt-BR" dirty="0"/>
              <a:t>Colocando os mecanismos de reutilização para funcionar.</a:t>
            </a:r>
          </a:p>
          <a:p>
            <a:r>
              <a:rPr lang="pt-BR" dirty="0"/>
              <a:t>Herança versus </a:t>
            </a:r>
            <a:r>
              <a:rPr lang="pt-BR" dirty="0" smtClean="0"/>
              <a:t>composição.</a:t>
            </a:r>
            <a:endParaRPr lang="pt-BR" dirty="0"/>
          </a:p>
          <a:p>
            <a:r>
              <a:rPr lang="pt-BR" dirty="0" smtClean="0"/>
              <a:t>Delegação.</a:t>
            </a:r>
            <a:endParaRPr lang="pt-BR" dirty="0"/>
          </a:p>
          <a:p>
            <a:r>
              <a:rPr lang="pt-BR" dirty="0"/>
              <a:t>Herança versus </a:t>
            </a:r>
            <a:r>
              <a:rPr lang="pt-BR" dirty="0" smtClean="0"/>
              <a:t>tipos parametrizados.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559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os </a:t>
            </a:r>
            <a:r>
              <a:rPr lang="pt-BR" dirty="0" smtClean="0"/>
              <a:t>padrões </a:t>
            </a:r>
            <a:r>
              <a:rPr lang="pt-BR" dirty="0"/>
              <a:t>solucionam problemas de projeto? (Capitulo 01)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Relacionando estruturas de tempo de execução e </a:t>
            </a:r>
            <a:r>
              <a:rPr lang="pt-BR" dirty="0" smtClean="0"/>
              <a:t>de tempo </a:t>
            </a:r>
            <a:r>
              <a:rPr lang="pt-BR" dirty="0"/>
              <a:t>de </a:t>
            </a:r>
            <a:r>
              <a:rPr lang="pt-BR" dirty="0" smtClean="0"/>
              <a:t>compilação.</a:t>
            </a:r>
            <a:endParaRPr lang="pt-BR" dirty="0"/>
          </a:p>
          <a:p>
            <a:r>
              <a:rPr lang="pt-BR" dirty="0" smtClean="0"/>
              <a:t>Projetando </a:t>
            </a:r>
            <a:r>
              <a:rPr lang="pt-BR" dirty="0"/>
              <a:t>para mudanças</a:t>
            </a:r>
            <a:r>
              <a:rPr lang="pt-BR" dirty="0" smtClean="0"/>
              <a:t>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Dependências de operações específicas, </a:t>
            </a:r>
            <a:r>
              <a:rPr lang="pt-BR" dirty="0" smtClean="0"/>
              <a:t>plataformas de </a:t>
            </a:r>
            <a:r>
              <a:rPr lang="pt-BR" dirty="0"/>
              <a:t>software e hardware, de representações </a:t>
            </a:r>
            <a:r>
              <a:rPr lang="pt-BR" dirty="0" smtClean="0"/>
              <a:t>ou implementações </a:t>
            </a:r>
            <a:r>
              <a:rPr lang="pt-BR" dirty="0"/>
              <a:t>de objetos e algorítmicas.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Acoplamento forte.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Incapacidade na alteração de classes.</a:t>
            </a:r>
          </a:p>
          <a:p>
            <a:r>
              <a:rPr lang="pt-BR" dirty="0"/>
              <a:t>Programas de </a:t>
            </a:r>
            <a:r>
              <a:rPr lang="pt-BR" dirty="0" smtClean="0"/>
              <a:t>aplicação.</a:t>
            </a:r>
            <a:endParaRPr lang="pt-BR" dirty="0"/>
          </a:p>
          <a:p>
            <a:r>
              <a:rPr lang="pt-BR" dirty="0"/>
              <a:t>Bibliotecas de classes (toolkits).</a:t>
            </a:r>
          </a:p>
          <a:p>
            <a:r>
              <a:rPr lang="pt-BR" dirty="0"/>
              <a:t>Arcabouços de classes </a:t>
            </a:r>
            <a:r>
              <a:rPr lang="pt-BR" dirty="0" smtClean="0"/>
              <a:t>(frameworks).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72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Usar um padrão de Projeto? (Capitulo 01</a:t>
            </a:r>
            <a:r>
              <a:rPr lang="pt-BR" dirty="0" smtClean="0"/>
              <a:t>)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739900"/>
            <a:ext cx="9905999" cy="4698999"/>
          </a:xfrm>
        </p:spPr>
        <p:txBody>
          <a:bodyPr>
            <a:normAutofit lnSpcReduction="10000"/>
          </a:bodyPr>
          <a:lstStyle/>
          <a:p>
            <a:r>
              <a:rPr lang="pt-BR" dirty="0"/>
              <a:t>Leia o padrão por inteiro, uma </a:t>
            </a:r>
            <a:r>
              <a:rPr lang="pt-BR" dirty="0" smtClean="0"/>
              <a:t>vez, para </a:t>
            </a:r>
            <a:r>
              <a:rPr lang="pt-BR" dirty="0"/>
              <a:t>obter </a:t>
            </a:r>
            <a:r>
              <a:rPr lang="pt-BR" dirty="0" smtClean="0"/>
              <a:t>uma visão geral.</a:t>
            </a:r>
            <a:endParaRPr lang="pt-BR" dirty="0"/>
          </a:p>
          <a:p>
            <a:r>
              <a:rPr lang="pt-BR" dirty="0"/>
              <a:t>Estude as seções de </a:t>
            </a:r>
            <a:r>
              <a:rPr lang="pt-BR" dirty="0" smtClean="0"/>
              <a:t>descrição </a:t>
            </a:r>
            <a:r>
              <a:rPr lang="pt-BR" dirty="0"/>
              <a:t>do problema e </a:t>
            </a:r>
            <a:r>
              <a:rPr lang="pt-BR" dirty="0" smtClean="0"/>
              <a:t>do padrão.</a:t>
            </a:r>
            <a:endParaRPr lang="pt-BR" dirty="0"/>
          </a:p>
          <a:p>
            <a:r>
              <a:rPr lang="pt-BR" b="1" dirty="0" smtClean="0"/>
              <a:t>Olhe exemplos </a:t>
            </a:r>
            <a:r>
              <a:rPr lang="pt-BR" b="1" dirty="0"/>
              <a:t>de </a:t>
            </a:r>
            <a:r>
              <a:rPr lang="pt-BR" b="1" dirty="0" smtClean="0"/>
              <a:t>código </a:t>
            </a:r>
            <a:r>
              <a:rPr lang="pt-BR" b="1" dirty="0"/>
              <a:t>do padrão..</a:t>
            </a:r>
          </a:p>
          <a:p>
            <a:r>
              <a:rPr lang="pt-BR" dirty="0" smtClean="0"/>
              <a:t>Escolha </a:t>
            </a:r>
            <a:r>
              <a:rPr lang="pt-BR" dirty="0"/>
              <a:t>nomes para os </a:t>
            </a:r>
            <a:r>
              <a:rPr lang="pt-BR" dirty="0" smtClean="0"/>
              <a:t>participantes </a:t>
            </a:r>
            <a:r>
              <a:rPr lang="pt-BR" dirty="0"/>
              <a:t>do padrão que</a:t>
            </a:r>
          </a:p>
          <a:p>
            <a:r>
              <a:rPr lang="pt-BR" dirty="0"/>
              <a:t>tenham </a:t>
            </a:r>
            <a:r>
              <a:rPr lang="pt-BR" dirty="0" smtClean="0"/>
              <a:t>sentido </a:t>
            </a:r>
            <a:r>
              <a:rPr lang="pt-BR" dirty="0"/>
              <a:t>no contexto da </a:t>
            </a:r>
            <a:r>
              <a:rPr lang="pt-BR" dirty="0" smtClean="0"/>
              <a:t>aplicação.</a:t>
            </a:r>
            <a:endParaRPr lang="pt-BR" dirty="0"/>
          </a:p>
          <a:p>
            <a:r>
              <a:rPr lang="pt-BR" dirty="0" smtClean="0"/>
              <a:t>Defina </a:t>
            </a:r>
            <a:r>
              <a:rPr lang="pt-BR" dirty="0"/>
              <a:t>as </a:t>
            </a:r>
            <a:r>
              <a:rPr lang="pt-BR" dirty="0" smtClean="0"/>
              <a:t>classes.</a:t>
            </a:r>
            <a:endParaRPr lang="pt-BR" dirty="0"/>
          </a:p>
          <a:p>
            <a:r>
              <a:rPr lang="pt-BR" dirty="0" smtClean="0"/>
              <a:t>Defina </a:t>
            </a:r>
            <a:r>
              <a:rPr lang="pt-BR" dirty="0"/>
              <a:t>nomes </a:t>
            </a:r>
            <a:r>
              <a:rPr lang="pt-BR" dirty="0" smtClean="0"/>
              <a:t>específicos </a:t>
            </a:r>
            <a:r>
              <a:rPr lang="pt-BR" dirty="0"/>
              <a:t>da </a:t>
            </a:r>
            <a:r>
              <a:rPr lang="pt-BR" dirty="0" smtClean="0"/>
              <a:t>aplicação </a:t>
            </a:r>
            <a:r>
              <a:rPr lang="pt-BR" dirty="0"/>
              <a:t>para </a:t>
            </a:r>
            <a:r>
              <a:rPr lang="pt-BR" dirty="0" smtClean="0"/>
              <a:t>as operações </a:t>
            </a:r>
            <a:r>
              <a:rPr lang="pt-BR" dirty="0"/>
              <a:t>no padrão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 smtClean="0"/>
              <a:t>Implemente </a:t>
            </a:r>
            <a:r>
              <a:rPr lang="pt-BR" dirty="0"/>
              <a:t>as operações para suportar </a:t>
            </a:r>
            <a:r>
              <a:rPr lang="pt-BR" dirty="0" smtClean="0"/>
              <a:t>as responsabilidades </a:t>
            </a:r>
            <a:r>
              <a:rPr lang="pt-BR" dirty="0"/>
              <a:t>e </a:t>
            </a:r>
            <a:r>
              <a:rPr lang="pt-BR" dirty="0" smtClean="0"/>
              <a:t>Colaborações </a:t>
            </a:r>
            <a:r>
              <a:rPr lang="pt-BR" dirty="0"/>
              <a:t>presentes.</a:t>
            </a:r>
          </a:p>
        </p:txBody>
      </p:sp>
    </p:spTree>
    <p:extLst>
      <p:ext uri="{BB962C8B-B14F-4D97-AF65-F5344CB8AC3E}">
        <p14:creationId xmlns:p14="http://schemas.microsoft.com/office/powerpoint/2010/main" val="151341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Introdução</a:t>
            </a:r>
            <a:r>
              <a:rPr lang="pt-BR" dirty="0"/>
              <a:t>: (Capitulo 01)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>Por que usar </a:t>
            </a:r>
            <a:r>
              <a:rPr lang="pt-BR" dirty="0" smtClean="0"/>
              <a:t>padrões?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Aprender </a:t>
            </a:r>
            <a:r>
              <a:rPr lang="pt-BR" dirty="0"/>
              <a:t>com a </a:t>
            </a:r>
            <a:r>
              <a:rPr lang="pt-BR" b="1" dirty="0"/>
              <a:t>experiência </a:t>
            </a:r>
            <a:r>
              <a:rPr lang="pt-BR" dirty="0"/>
              <a:t>dos outros</a:t>
            </a:r>
          </a:p>
          <a:p>
            <a:r>
              <a:rPr lang="pt-BR" dirty="0" smtClean="0"/>
              <a:t>O </a:t>
            </a:r>
            <a:r>
              <a:rPr lang="pt-BR" b="1" dirty="0"/>
              <a:t>jargão </a:t>
            </a:r>
            <a:r>
              <a:rPr lang="pt-BR" dirty="0"/>
              <a:t>facilita a </a:t>
            </a:r>
            <a:r>
              <a:rPr lang="pt-BR" dirty="0" smtClean="0"/>
              <a:t>comunicação </a:t>
            </a:r>
            <a:r>
              <a:rPr lang="pt-BR" dirty="0"/>
              <a:t>de </a:t>
            </a:r>
            <a:r>
              <a:rPr lang="pt-BR" dirty="0" smtClean="0"/>
              <a:t>princípios</a:t>
            </a:r>
            <a:endParaRPr lang="pt-BR" dirty="0"/>
          </a:p>
          <a:p>
            <a:r>
              <a:rPr lang="pt-BR" dirty="0" smtClean="0"/>
              <a:t>Melhora </a:t>
            </a:r>
            <a:r>
              <a:rPr lang="pt-BR" dirty="0"/>
              <a:t>a </a:t>
            </a:r>
            <a:r>
              <a:rPr lang="pt-BR" b="1" dirty="0"/>
              <a:t>qualidade </a:t>
            </a:r>
            <a:r>
              <a:rPr lang="pt-BR" dirty="0"/>
              <a:t>do software</a:t>
            </a:r>
          </a:p>
          <a:p>
            <a:r>
              <a:rPr lang="pt-BR" dirty="0" smtClean="0"/>
              <a:t>Descreve </a:t>
            </a:r>
            <a:r>
              <a:rPr lang="pt-BR" b="1" dirty="0"/>
              <a:t>abstrações </a:t>
            </a:r>
            <a:r>
              <a:rPr lang="pt-BR" dirty="0"/>
              <a:t>de software</a:t>
            </a:r>
          </a:p>
          <a:p>
            <a:r>
              <a:rPr lang="pt-BR" dirty="0" smtClean="0"/>
              <a:t>Ajuda </a:t>
            </a:r>
            <a:r>
              <a:rPr lang="pt-BR" dirty="0"/>
              <a:t>a </a:t>
            </a:r>
            <a:r>
              <a:rPr lang="pt-BR" b="1" dirty="0"/>
              <a:t>documentar </a:t>
            </a:r>
            <a:r>
              <a:rPr lang="pt-BR" dirty="0"/>
              <a:t>a arquitetura</a:t>
            </a:r>
          </a:p>
          <a:p>
            <a:r>
              <a:rPr lang="pt-BR" dirty="0" smtClean="0"/>
              <a:t>Captura </a:t>
            </a:r>
            <a:r>
              <a:rPr lang="pt-BR" dirty="0"/>
              <a:t>as partes </a:t>
            </a:r>
            <a:r>
              <a:rPr lang="pt-BR" b="1" dirty="0"/>
              <a:t>essenciais </a:t>
            </a:r>
            <a:r>
              <a:rPr lang="pt-BR" dirty="0"/>
              <a:t>de </a:t>
            </a:r>
            <a:r>
              <a:rPr lang="pt-BR" dirty="0" smtClean="0"/>
              <a:t>forma compacta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35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Introdução</a:t>
            </a:r>
            <a:r>
              <a:rPr lang="pt-BR" dirty="0"/>
              <a:t>: (Capitulo 01)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>Por que usar </a:t>
            </a:r>
            <a:r>
              <a:rPr lang="pt-BR" dirty="0" smtClean="0"/>
              <a:t>padrões?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Porem, os padrões</a:t>
            </a:r>
            <a:r>
              <a:rPr lang="pt-BR" dirty="0"/>
              <a:t>…</a:t>
            </a:r>
          </a:p>
          <a:p>
            <a:r>
              <a:rPr lang="pt-BR" dirty="0" smtClean="0"/>
              <a:t>não </a:t>
            </a:r>
            <a:r>
              <a:rPr lang="pt-BR" dirty="0"/>
              <a:t>apresentam uma </a:t>
            </a:r>
            <a:r>
              <a:rPr lang="pt-BR" dirty="0" smtClean="0"/>
              <a:t>solução </a:t>
            </a:r>
            <a:r>
              <a:rPr lang="pt-BR" dirty="0"/>
              <a:t>exata</a:t>
            </a:r>
          </a:p>
          <a:p>
            <a:r>
              <a:rPr lang="pt-BR" dirty="0" smtClean="0"/>
              <a:t>não </a:t>
            </a:r>
            <a:r>
              <a:rPr lang="pt-BR" dirty="0"/>
              <a:t>resolvem todos os problemas </a:t>
            </a:r>
            <a:r>
              <a:rPr lang="pt-BR" dirty="0" smtClean="0"/>
              <a:t>de </a:t>
            </a:r>
            <a:r>
              <a:rPr lang="pt-BR" i="1" dirty="0" smtClean="0"/>
              <a:t>design</a:t>
            </a:r>
            <a:endParaRPr lang="pt-BR" i="1" dirty="0"/>
          </a:p>
          <a:p>
            <a:r>
              <a:rPr lang="pt-BR" dirty="0" smtClean="0"/>
              <a:t>não </a:t>
            </a:r>
            <a:r>
              <a:rPr lang="pt-BR" dirty="0"/>
              <a:t>é</a:t>
            </a:r>
            <a:r>
              <a:rPr lang="pt-BR" dirty="0" smtClean="0"/>
              <a:t> </a:t>
            </a:r>
            <a:r>
              <a:rPr lang="pt-BR" dirty="0"/>
              <a:t>exclusivo de </a:t>
            </a:r>
            <a:r>
              <a:rPr lang="pt-BR" dirty="0" smtClean="0"/>
              <a:t>orientação </a:t>
            </a:r>
            <a:r>
              <a:rPr lang="pt-BR" dirty="0"/>
              <a:t>a objetos</a:t>
            </a:r>
          </a:p>
        </p:txBody>
      </p:sp>
    </p:spTree>
    <p:extLst>
      <p:ext uri="{BB962C8B-B14F-4D97-AF65-F5344CB8AC3E}">
        <p14:creationId xmlns:p14="http://schemas.microsoft.com/office/powerpoint/2010/main" val="319061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padrões?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830387"/>
            <a:ext cx="9905999" cy="354171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5400" dirty="0" smtClean="0"/>
              <a:t>Padrões GRASP</a:t>
            </a:r>
          </a:p>
          <a:p>
            <a:pPr marL="0" indent="0" algn="ctr">
              <a:buNone/>
            </a:pPr>
            <a:r>
              <a:rPr lang="pt-BR" sz="5400" dirty="0" smtClean="0"/>
              <a:t>Padrões </a:t>
            </a:r>
            <a:r>
              <a:rPr lang="pt-BR" sz="5400" dirty="0" err="1" smtClean="0"/>
              <a:t>GoF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91492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Padrões </a:t>
            </a:r>
            <a:r>
              <a:rPr lang="pt-BR" dirty="0"/>
              <a:t>GRASP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i="1" dirty="0" err="1" smtClean="0"/>
              <a:t>Information</a:t>
            </a:r>
            <a:r>
              <a:rPr lang="pt-BR" i="1" dirty="0" smtClean="0"/>
              <a:t> </a:t>
            </a:r>
            <a:r>
              <a:rPr lang="pt-BR" i="1" dirty="0"/>
              <a:t>Expert</a:t>
            </a:r>
          </a:p>
          <a:p>
            <a:r>
              <a:rPr lang="pt-BR" i="1" dirty="0" err="1" smtClean="0"/>
              <a:t>Creator</a:t>
            </a:r>
            <a:endParaRPr lang="pt-BR" i="1" dirty="0"/>
          </a:p>
          <a:p>
            <a:r>
              <a:rPr lang="pt-BR" i="1" dirty="0" err="1" smtClean="0"/>
              <a:t>Controller</a:t>
            </a:r>
            <a:endParaRPr lang="pt-BR" i="1" dirty="0"/>
          </a:p>
          <a:p>
            <a:r>
              <a:rPr lang="pt-BR" i="1" dirty="0" err="1" smtClean="0"/>
              <a:t>Low</a:t>
            </a:r>
            <a:r>
              <a:rPr lang="pt-BR" i="1" dirty="0" smtClean="0"/>
              <a:t> </a:t>
            </a:r>
            <a:r>
              <a:rPr lang="pt-BR" i="1" dirty="0" err="1"/>
              <a:t>Coupling</a:t>
            </a:r>
            <a:endParaRPr lang="pt-BR" i="1" dirty="0"/>
          </a:p>
          <a:p>
            <a:r>
              <a:rPr lang="pt-BR" i="1" dirty="0" smtClean="0"/>
              <a:t>High </a:t>
            </a:r>
            <a:r>
              <a:rPr lang="pt-BR" i="1" dirty="0" err="1"/>
              <a:t>Cohesion</a:t>
            </a:r>
            <a:endParaRPr lang="pt-BR" i="1" dirty="0"/>
          </a:p>
          <a:p>
            <a:r>
              <a:rPr lang="pt-BR" i="1" dirty="0" err="1" smtClean="0"/>
              <a:t>Polymorphism</a:t>
            </a:r>
            <a:endParaRPr lang="pt-BR" i="1" dirty="0"/>
          </a:p>
          <a:p>
            <a:r>
              <a:rPr lang="pt-BR" i="1" dirty="0" err="1" smtClean="0"/>
              <a:t>Pure</a:t>
            </a:r>
            <a:r>
              <a:rPr lang="pt-BR" i="1" dirty="0" smtClean="0"/>
              <a:t> </a:t>
            </a:r>
            <a:r>
              <a:rPr lang="pt-BR" i="1" dirty="0" err="1"/>
              <a:t>Fabrication</a:t>
            </a:r>
            <a:endParaRPr lang="pt-BR" i="1" dirty="0"/>
          </a:p>
          <a:p>
            <a:r>
              <a:rPr lang="pt-BR" i="1" dirty="0" err="1" smtClean="0"/>
              <a:t>Indirection</a:t>
            </a:r>
            <a:endParaRPr lang="pt-BR" i="1" dirty="0"/>
          </a:p>
          <a:p>
            <a:r>
              <a:rPr lang="pt-BR" i="1" dirty="0" err="1" smtClean="0"/>
              <a:t>Protected</a:t>
            </a:r>
            <a:r>
              <a:rPr lang="pt-BR" i="1" dirty="0" smtClean="0"/>
              <a:t> </a:t>
            </a:r>
            <a:r>
              <a:rPr lang="pt-BR" i="1" dirty="0" err="1"/>
              <a:t>Variations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901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525588"/>
            <a:ext cx="12192000" cy="35988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6600" dirty="0" smtClean="0"/>
              <a:t>Padrões </a:t>
            </a:r>
            <a:r>
              <a:rPr lang="pt-BR" sz="6600" dirty="0" err="1" smtClean="0"/>
              <a:t>GoF</a:t>
            </a:r>
            <a:r>
              <a:rPr lang="pt-BR" sz="6600" dirty="0" smtClean="0"/>
              <a:t>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3384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</a:t>
            </a:r>
            <a:r>
              <a:rPr lang="pt-BR" cap="none" dirty="0" smtClean="0"/>
              <a:t>ipos de Padrões de Projeto - </a:t>
            </a:r>
            <a:r>
              <a:rPr lang="pt-BR" dirty="0" err="1" smtClean="0"/>
              <a:t>GoF</a:t>
            </a:r>
            <a:r>
              <a:rPr lang="pt-BR" dirty="0" smtClean="0"/>
              <a:t>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3600" dirty="0" smtClean="0"/>
              <a:t> Padrões de Criação.</a:t>
            </a:r>
            <a:r>
              <a:rPr lang="pt-BR" sz="3600" dirty="0"/>
              <a:t> (Capitulo </a:t>
            </a:r>
            <a:r>
              <a:rPr lang="pt-BR" sz="3600" dirty="0" smtClean="0"/>
              <a:t>03)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3600" dirty="0" smtClean="0"/>
              <a:t> Padrões Estruturais.</a:t>
            </a:r>
            <a:r>
              <a:rPr lang="pt-BR" sz="3600" dirty="0"/>
              <a:t> (Capitulo </a:t>
            </a:r>
            <a:r>
              <a:rPr lang="pt-BR" sz="3600" dirty="0" smtClean="0"/>
              <a:t>04)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3600" dirty="0" smtClean="0"/>
              <a:t> Padrões Comportamentais. </a:t>
            </a:r>
            <a:r>
              <a:rPr lang="pt-BR" sz="3600" dirty="0"/>
              <a:t>(Capitulo </a:t>
            </a:r>
            <a:r>
              <a:rPr lang="pt-BR" sz="3600" dirty="0" smtClean="0"/>
              <a:t>05)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6840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Gof</a:t>
            </a:r>
            <a:r>
              <a:rPr lang="pt-BR" dirty="0" smtClean="0"/>
              <a:t> - Padrões </a:t>
            </a:r>
            <a:r>
              <a:rPr lang="pt-BR" dirty="0"/>
              <a:t>de Criação. (Capitulo 03)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2298699"/>
            <a:ext cx="9905999" cy="2819401"/>
          </a:xfrm>
        </p:spPr>
        <p:txBody>
          <a:bodyPr anchor="ctr"/>
          <a:lstStyle/>
          <a:p>
            <a:pPr algn="just"/>
            <a:r>
              <a:rPr lang="pt-BR" dirty="0"/>
              <a:t>A</a:t>
            </a:r>
            <a:r>
              <a:rPr lang="pt-BR" dirty="0" smtClean="0"/>
              <a:t>bstraem </a:t>
            </a:r>
            <a:r>
              <a:rPr lang="pt-BR" dirty="0"/>
              <a:t>o processo de </a:t>
            </a:r>
            <a:r>
              <a:rPr lang="pt-BR" dirty="0" smtClean="0"/>
              <a:t>criação </a:t>
            </a:r>
            <a:r>
              <a:rPr lang="pt-BR" dirty="0"/>
              <a:t>de </a:t>
            </a:r>
            <a:r>
              <a:rPr lang="pt-BR" dirty="0" smtClean="0"/>
              <a:t>objetos a partir </a:t>
            </a:r>
            <a:r>
              <a:rPr lang="pt-BR" dirty="0"/>
              <a:t>da </a:t>
            </a:r>
            <a:r>
              <a:rPr lang="pt-BR" dirty="0" smtClean="0"/>
              <a:t>instanciação </a:t>
            </a:r>
            <a:r>
              <a:rPr lang="pt-BR" dirty="0"/>
              <a:t>de </a:t>
            </a:r>
            <a:r>
              <a:rPr lang="pt-BR" dirty="0" smtClean="0"/>
              <a:t>classes.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97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GoF</a:t>
            </a:r>
            <a:r>
              <a:rPr lang="pt-BR" dirty="0" smtClean="0"/>
              <a:t> – </a:t>
            </a:r>
            <a:r>
              <a:rPr lang="pt-BR" cap="none" dirty="0" smtClean="0"/>
              <a:t>PADRÕES DE CRIAÇÃO</a:t>
            </a:r>
            <a:r>
              <a:rPr lang="pt-BR" dirty="0" smtClean="0"/>
              <a:t> </a:t>
            </a:r>
            <a:r>
              <a:rPr lang="pt-BR" dirty="0"/>
              <a:t>(Capitulo 3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r>
              <a:rPr lang="pt-BR" i="1" dirty="0" err="1"/>
              <a:t>Singleton</a:t>
            </a:r>
            <a:endParaRPr lang="pt-BR" i="1" dirty="0"/>
          </a:p>
          <a:p>
            <a:r>
              <a:rPr lang="pt-BR" dirty="0" smtClean="0"/>
              <a:t> </a:t>
            </a:r>
            <a:r>
              <a:rPr lang="pt-BR" i="1" dirty="0"/>
              <a:t>Factory </a:t>
            </a:r>
            <a:r>
              <a:rPr lang="pt-BR" i="1" dirty="0" err="1"/>
              <a:t>Method</a:t>
            </a:r>
            <a:endParaRPr lang="pt-BR" i="1" dirty="0"/>
          </a:p>
          <a:p>
            <a:r>
              <a:rPr lang="pt-BR" dirty="0" smtClean="0"/>
              <a:t> </a:t>
            </a:r>
            <a:r>
              <a:rPr lang="pt-BR" i="1" dirty="0"/>
              <a:t>Abstract Factory</a:t>
            </a:r>
          </a:p>
          <a:p>
            <a:r>
              <a:rPr lang="pt-BR" dirty="0" smtClean="0"/>
              <a:t> </a:t>
            </a:r>
            <a:r>
              <a:rPr lang="pt-BR" i="1" dirty="0" err="1"/>
              <a:t>Prototype</a:t>
            </a:r>
            <a:endParaRPr lang="pt-BR" i="1" dirty="0"/>
          </a:p>
          <a:p>
            <a:r>
              <a:rPr lang="pt-BR" dirty="0" smtClean="0"/>
              <a:t> </a:t>
            </a:r>
            <a:r>
              <a:rPr lang="pt-BR" i="1" dirty="0" err="1"/>
              <a:t>Builder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01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Gof</a:t>
            </a:r>
            <a:r>
              <a:rPr lang="pt-BR" dirty="0" smtClean="0"/>
              <a:t> - Padrões </a:t>
            </a:r>
            <a:r>
              <a:rPr lang="pt-BR" dirty="0"/>
              <a:t>Estruturais. (Capitulo 04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2133599"/>
            <a:ext cx="9905999" cy="2895601"/>
          </a:xfrm>
        </p:spPr>
        <p:txBody>
          <a:bodyPr anchor="ctr"/>
          <a:lstStyle/>
          <a:p>
            <a:pPr algn="just"/>
            <a:r>
              <a:rPr lang="pt-BR" dirty="0"/>
              <a:t>T</a:t>
            </a:r>
            <a:r>
              <a:rPr lang="pt-BR" dirty="0" smtClean="0"/>
              <a:t>ratam </a:t>
            </a:r>
            <a:r>
              <a:rPr lang="pt-BR" dirty="0"/>
              <a:t>da </a:t>
            </a:r>
            <a:r>
              <a:rPr lang="pt-BR" dirty="0" smtClean="0"/>
              <a:t>forma </a:t>
            </a:r>
            <a:r>
              <a:rPr lang="pt-BR" dirty="0"/>
              <a:t>como </a:t>
            </a:r>
            <a:r>
              <a:rPr lang="pt-BR" dirty="0" smtClean="0"/>
              <a:t>classes </a:t>
            </a:r>
            <a:r>
              <a:rPr lang="pt-BR" dirty="0"/>
              <a:t>e </a:t>
            </a:r>
            <a:r>
              <a:rPr lang="pt-BR" dirty="0" smtClean="0"/>
              <a:t>objetos estão organizados </a:t>
            </a:r>
            <a:r>
              <a:rPr lang="pt-BR" dirty="0"/>
              <a:t>para a </a:t>
            </a:r>
            <a:r>
              <a:rPr lang="pt-BR" dirty="0" smtClean="0"/>
              <a:t>formação </a:t>
            </a:r>
            <a:r>
              <a:rPr lang="pt-BR" dirty="0"/>
              <a:t>de estruturas </a:t>
            </a:r>
            <a:r>
              <a:rPr lang="pt-BR" dirty="0" smtClean="0"/>
              <a:t>maiores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845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GoF</a:t>
            </a:r>
            <a:r>
              <a:rPr lang="pt-BR" dirty="0" smtClean="0"/>
              <a:t> – Padrões Estruturais </a:t>
            </a:r>
            <a:r>
              <a:rPr lang="pt-BR" dirty="0"/>
              <a:t>(Capitulo 4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i="1" dirty="0" smtClean="0"/>
              <a:t>Composite</a:t>
            </a:r>
            <a:endParaRPr lang="pt-BR" i="1" dirty="0"/>
          </a:p>
          <a:p>
            <a:r>
              <a:rPr lang="pt-BR" i="1" dirty="0" err="1" smtClean="0"/>
              <a:t>Decorator</a:t>
            </a:r>
            <a:endParaRPr lang="pt-BR" i="1" dirty="0"/>
          </a:p>
          <a:p>
            <a:r>
              <a:rPr lang="pt-BR" i="1" dirty="0" smtClean="0"/>
              <a:t>Proxy</a:t>
            </a:r>
            <a:endParaRPr lang="pt-BR" i="1" dirty="0"/>
          </a:p>
          <a:p>
            <a:r>
              <a:rPr lang="pt-BR" i="1" dirty="0" err="1" smtClean="0"/>
              <a:t>Adapter</a:t>
            </a:r>
            <a:endParaRPr lang="pt-BR" i="1" dirty="0"/>
          </a:p>
          <a:p>
            <a:r>
              <a:rPr lang="pt-BR" i="1" dirty="0" smtClean="0"/>
              <a:t>Bridge</a:t>
            </a:r>
            <a:endParaRPr lang="pt-BR" i="1" dirty="0"/>
          </a:p>
          <a:p>
            <a:r>
              <a:rPr lang="pt-BR" i="1" dirty="0" smtClean="0"/>
              <a:t>Facade</a:t>
            </a:r>
            <a:endParaRPr lang="pt-BR" i="1" dirty="0"/>
          </a:p>
          <a:p>
            <a:r>
              <a:rPr lang="pt-BR" i="1" dirty="0" err="1" smtClean="0"/>
              <a:t>Flyweight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278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Padrões </a:t>
            </a:r>
            <a:r>
              <a:rPr lang="pt-BR" dirty="0" smtClean="0"/>
              <a:t>Comportamentais. </a:t>
            </a:r>
            <a:r>
              <a:rPr lang="pt-BR" dirty="0"/>
              <a:t>(Capitulo </a:t>
            </a:r>
            <a:r>
              <a:rPr lang="pt-BR" dirty="0" smtClean="0"/>
              <a:t>05)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2222499"/>
            <a:ext cx="9905999" cy="2857501"/>
          </a:xfrm>
        </p:spPr>
        <p:txBody>
          <a:bodyPr anchor="ctr"/>
          <a:lstStyle/>
          <a:p>
            <a:pPr algn="just"/>
            <a:r>
              <a:rPr lang="pt-BR" dirty="0" smtClean="0"/>
              <a:t>preocupam-se </a:t>
            </a:r>
            <a:r>
              <a:rPr lang="pt-BR" dirty="0"/>
              <a:t>com </a:t>
            </a:r>
            <a:r>
              <a:rPr lang="pt-BR" dirty="0" smtClean="0"/>
              <a:t>algoritmos </a:t>
            </a:r>
            <a:r>
              <a:rPr lang="pt-BR" dirty="0"/>
              <a:t>e </a:t>
            </a:r>
            <a:r>
              <a:rPr lang="pt-BR" dirty="0" smtClean="0"/>
              <a:t>a atribuição </a:t>
            </a:r>
            <a:r>
              <a:rPr lang="pt-BR" dirty="0"/>
              <a:t>de </a:t>
            </a:r>
            <a:r>
              <a:rPr lang="pt-BR" dirty="0" smtClean="0"/>
              <a:t>responsabilidade </a:t>
            </a:r>
            <a:r>
              <a:rPr lang="pt-BR" dirty="0"/>
              <a:t>entre </a:t>
            </a:r>
            <a:r>
              <a:rPr lang="pt-BR" dirty="0" smtClean="0"/>
              <a:t>objetos.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933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GoF</a:t>
            </a:r>
            <a:r>
              <a:rPr lang="pt-BR" dirty="0"/>
              <a:t> – </a:t>
            </a:r>
            <a:r>
              <a:rPr lang="pt-BR" dirty="0" smtClean="0"/>
              <a:t>Padrões Comportamentais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(Capitulo 5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i="1" dirty="0" err="1" smtClean="0"/>
              <a:t>Template</a:t>
            </a:r>
            <a:r>
              <a:rPr lang="pt-BR" i="1" dirty="0" smtClean="0"/>
              <a:t> </a:t>
            </a:r>
            <a:r>
              <a:rPr lang="pt-BR" i="1" dirty="0" err="1"/>
              <a:t>method</a:t>
            </a:r>
            <a:endParaRPr lang="pt-BR" i="1" dirty="0"/>
          </a:p>
          <a:p>
            <a:r>
              <a:rPr lang="pt-BR" dirty="0" smtClean="0"/>
              <a:t> </a:t>
            </a:r>
            <a:r>
              <a:rPr lang="pt-BR" i="1" dirty="0"/>
              <a:t>Interpreter</a:t>
            </a:r>
          </a:p>
          <a:p>
            <a:r>
              <a:rPr lang="pt-BR" i="1" dirty="0" err="1" smtClean="0"/>
              <a:t>Mediator</a:t>
            </a:r>
            <a:endParaRPr lang="pt-BR" i="1" dirty="0"/>
          </a:p>
          <a:p>
            <a:r>
              <a:rPr lang="pt-BR" i="1" dirty="0" smtClean="0"/>
              <a:t>Chain </a:t>
            </a:r>
            <a:r>
              <a:rPr lang="pt-BR" i="1" dirty="0" err="1"/>
              <a:t>of</a:t>
            </a:r>
            <a:r>
              <a:rPr lang="pt-BR" i="1" dirty="0"/>
              <a:t> </a:t>
            </a:r>
            <a:r>
              <a:rPr lang="pt-BR" i="1" dirty="0" err="1"/>
              <a:t>responsibility</a:t>
            </a:r>
            <a:endParaRPr lang="pt-BR" i="1" dirty="0"/>
          </a:p>
          <a:p>
            <a:r>
              <a:rPr lang="pt-BR" i="1" dirty="0" err="1" smtClean="0"/>
              <a:t>Observer</a:t>
            </a:r>
            <a:endParaRPr lang="pt-BR" i="1" dirty="0"/>
          </a:p>
          <a:p>
            <a:r>
              <a:rPr lang="pt-BR" i="1" dirty="0" err="1" smtClean="0"/>
              <a:t>State</a:t>
            </a:r>
            <a:endParaRPr lang="pt-BR" i="1" dirty="0"/>
          </a:p>
          <a:p>
            <a:r>
              <a:rPr lang="pt-BR" i="1" dirty="0" smtClean="0"/>
              <a:t>Strategy</a:t>
            </a:r>
            <a:endParaRPr lang="pt-BR" i="1" dirty="0"/>
          </a:p>
          <a:p>
            <a:r>
              <a:rPr lang="pt-BR" i="1" dirty="0" err="1" smtClean="0"/>
              <a:t>Command</a:t>
            </a:r>
            <a:endParaRPr lang="pt-BR" i="1" dirty="0"/>
          </a:p>
          <a:p>
            <a:r>
              <a:rPr lang="pt-BR" i="1" dirty="0" smtClean="0"/>
              <a:t>Memento</a:t>
            </a:r>
            <a:endParaRPr lang="pt-BR" i="1" dirty="0"/>
          </a:p>
          <a:p>
            <a:r>
              <a:rPr lang="pt-BR" i="1" dirty="0" smtClean="0"/>
              <a:t>Iterator</a:t>
            </a:r>
            <a:endParaRPr lang="pt-BR" i="1" dirty="0"/>
          </a:p>
          <a:p>
            <a:r>
              <a:rPr lang="pt-BR" i="1" dirty="0" smtClean="0"/>
              <a:t>Visitor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801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Foco: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 Interpreter</a:t>
            </a:r>
          </a:p>
          <a:p>
            <a:r>
              <a:rPr lang="pt-BR" dirty="0" smtClean="0"/>
              <a:t> Strategy</a:t>
            </a:r>
          </a:p>
          <a:p>
            <a:r>
              <a:rPr lang="pt-BR" dirty="0" smtClean="0"/>
              <a:t> Abstract Factory</a:t>
            </a:r>
          </a:p>
          <a:p>
            <a:r>
              <a:rPr lang="pt-BR" dirty="0" smtClean="0"/>
              <a:t> Facade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32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553447"/>
            <a:ext cx="12192000" cy="35417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4400" i="1" dirty="0" smtClean="0"/>
              <a:t>Interpreter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71887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Interpreter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990179"/>
            <a:ext cx="9905999" cy="3541714"/>
          </a:xfrm>
        </p:spPr>
        <p:txBody>
          <a:bodyPr anchor="ctr"/>
          <a:lstStyle/>
          <a:p>
            <a:r>
              <a:rPr lang="pt-BR" dirty="0" smtClean="0"/>
              <a:t>Dada </a:t>
            </a:r>
            <a:r>
              <a:rPr lang="pt-BR" dirty="0"/>
              <a:t>uma linguagem, </a:t>
            </a:r>
            <a:r>
              <a:rPr lang="pt-BR" dirty="0" smtClean="0"/>
              <a:t>definir uma representação para sua 		       gramatica juntamente </a:t>
            </a:r>
            <a:r>
              <a:rPr lang="pt-BR" dirty="0"/>
              <a:t>com um interpretador que </a:t>
            </a:r>
            <a:r>
              <a:rPr lang="pt-BR" dirty="0" smtClean="0"/>
              <a:t>usa a 			        representação </a:t>
            </a:r>
            <a:r>
              <a:rPr lang="pt-BR" dirty="0"/>
              <a:t>para </a:t>
            </a:r>
            <a:r>
              <a:rPr lang="pt-BR" dirty="0" smtClean="0"/>
              <a:t>interpretar sentenças </a:t>
            </a:r>
            <a:r>
              <a:rPr lang="pt-BR" dirty="0"/>
              <a:t>na </a:t>
            </a:r>
            <a:r>
              <a:rPr lang="pt-BR" dirty="0" smtClean="0"/>
              <a:t>linguagem.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856096" y="5162561"/>
            <a:ext cx="2918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Relação: Composite e </a:t>
            </a:r>
            <a:r>
              <a:rPr lang="pt-BR" dirty="0"/>
              <a:t>I</a:t>
            </a:r>
            <a:r>
              <a:rPr lang="pt-BR" dirty="0" smtClean="0"/>
              <a:t>terator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16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Interpreter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978925"/>
            <a:ext cx="12192000" cy="4572000"/>
          </a:xfrm>
        </p:spPr>
        <p:txBody>
          <a:bodyPr/>
          <a:lstStyle/>
          <a:p>
            <a:r>
              <a:rPr lang="pt-BR" dirty="0" smtClean="0"/>
              <a:t> </a:t>
            </a:r>
            <a:r>
              <a:rPr lang="pt-BR" b="1" dirty="0"/>
              <a:t>Estrutura: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67548"/>
              </p:ext>
            </p:extLst>
          </p:nvPr>
        </p:nvGraphicFramePr>
        <p:xfrm>
          <a:off x="1041486" y="2919902"/>
          <a:ext cx="25400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4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Client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81164"/>
              </p:ext>
            </p:extLst>
          </p:nvPr>
        </p:nvGraphicFramePr>
        <p:xfrm>
          <a:off x="1041486" y="4046030"/>
          <a:ext cx="25400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4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Context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809439"/>
              </p:ext>
            </p:extLst>
          </p:nvPr>
        </p:nvGraphicFramePr>
        <p:xfrm>
          <a:off x="5434703" y="2549741"/>
          <a:ext cx="3278946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7894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&lt;&lt;abstract&gt;&gt;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interpret</a:t>
                      </a:r>
                      <a:r>
                        <a:rPr lang="pt-BR" dirty="0" smtClean="0"/>
                        <a:t>(</a:t>
                      </a:r>
                      <a:r>
                        <a:rPr lang="pt-BR" dirty="0" err="1" smtClean="0"/>
                        <a:t>Context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90087"/>
              </p:ext>
            </p:extLst>
          </p:nvPr>
        </p:nvGraphicFramePr>
        <p:xfrm>
          <a:off x="3749471" y="4695675"/>
          <a:ext cx="3314726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1472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TermnalExpression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interpret</a:t>
                      </a:r>
                      <a:r>
                        <a:rPr lang="pt-BR" dirty="0" smtClean="0"/>
                        <a:t>(</a:t>
                      </a:r>
                      <a:r>
                        <a:rPr lang="pt-BR" dirty="0" err="1" smtClean="0"/>
                        <a:t>Context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79853"/>
              </p:ext>
            </p:extLst>
          </p:nvPr>
        </p:nvGraphicFramePr>
        <p:xfrm>
          <a:off x="7397720" y="4688325"/>
          <a:ext cx="3298813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9881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NonterminalExpression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interpret</a:t>
                      </a:r>
                      <a:r>
                        <a:rPr lang="pt-BR" dirty="0" smtClean="0"/>
                        <a:t>(</a:t>
                      </a:r>
                      <a:r>
                        <a:rPr lang="pt-BR" dirty="0" err="1" smtClean="0"/>
                        <a:t>Context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Conector de seta reta 10"/>
          <p:cNvCxnSpPr>
            <a:stCxn id="5" idx="2"/>
            <a:endCxn id="6" idx="0"/>
          </p:cNvCxnSpPr>
          <p:nvPr/>
        </p:nvCxnSpPr>
        <p:spPr>
          <a:xfrm>
            <a:off x="2311486" y="3290742"/>
            <a:ext cx="0" cy="755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3"/>
            <a:endCxn id="7" idx="1"/>
          </p:cNvCxnSpPr>
          <p:nvPr/>
        </p:nvCxnSpPr>
        <p:spPr>
          <a:xfrm flipV="1">
            <a:off x="3581486" y="3103461"/>
            <a:ext cx="1853217" cy="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H="1" flipV="1">
            <a:off x="6250675" y="3657181"/>
            <a:ext cx="13648" cy="103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flipH="1" flipV="1">
            <a:off x="7983940" y="3657181"/>
            <a:ext cx="17878" cy="103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uxograma: Decisão 18"/>
          <p:cNvSpPr/>
          <p:nvPr/>
        </p:nvSpPr>
        <p:spPr>
          <a:xfrm>
            <a:off x="10681098" y="5063319"/>
            <a:ext cx="510066" cy="27544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1" name="Conector reto 20"/>
          <p:cNvCxnSpPr>
            <a:stCxn id="7" idx="3"/>
            <a:endCxn id="19" idx="3"/>
          </p:cNvCxnSpPr>
          <p:nvPr/>
        </p:nvCxnSpPr>
        <p:spPr>
          <a:xfrm>
            <a:off x="8713649" y="3103461"/>
            <a:ext cx="2477515" cy="2097582"/>
          </a:xfrm>
          <a:prstGeom prst="bentConnector3">
            <a:avLst>
              <a:gd name="adj1" fmla="val 10922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01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Interpreter: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264" y="2495988"/>
            <a:ext cx="8791989" cy="389116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599918" y="2643832"/>
            <a:ext cx="1072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/>
              <a:t>Exemplo: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372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Interpreter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 </a:t>
            </a:r>
            <a:r>
              <a:rPr lang="pt-BR" b="1" dirty="0" smtClean="0"/>
              <a:t>Usar </a:t>
            </a:r>
            <a:r>
              <a:rPr lang="pt-BR" b="1" dirty="0"/>
              <a:t>quando: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Ha </a:t>
            </a:r>
            <a:r>
              <a:rPr lang="pt-BR" dirty="0"/>
              <a:t>uma gramatica para interpretar e </a:t>
            </a:r>
            <a:r>
              <a:rPr lang="pt-BR" dirty="0" smtClean="0"/>
              <a:t>você pode </a:t>
            </a:r>
            <a:r>
              <a:rPr lang="pt-BR" dirty="0"/>
              <a:t>representar </a:t>
            </a:r>
            <a:r>
              <a:rPr lang="pt-BR" dirty="0" smtClean="0"/>
              <a:t>sentenças </a:t>
            </a:r>
            <a:r>
              <a:rPr lang="pt-BR" dirty="0"/>
              <a:t>dessa </a:t>
            </a:r>
            <a:r>
              <a:rPr lang="pt-BR" dirty="0" smtClean="0"/>
              <a:t>linguagem como </a:t>
            </a:r>
            <a:r>
              <a:rPr lang="pt-BR" dirty="0"/>
              <a:t>arvores abstratas de </a:t>
            </a:r>
            <a:r>
              <a:rPr lang="pt-BR" dirty="0" smtClean="0"/>
              <a:t>sintaxe.</a:t>
            </a:r>
            <a:endParaRPr lang="pt-BR" dirty="0"/>
          </a:p>
          <a:p>
            <a:r>
              <a:rPr lang="pt-BR" dirty="0" smtClean="0"/>
              <a:t> </a:t>
            </a:r>
            <a:r>
              <a:rPr lang="pt-BR" dirty="0"/>
              <a:t>Funciona melhor </a:t>
            </a:r>
            <a:r>
              <a:rPr lang="pt-BR" dirty="0" smtClean="0"/>
              <a:t>quando: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A </a:t>
            </a:r>
            <a:r>
              <a:rPr lang="pt-BR" dirty="0"/>
              <a:t>gramatica e </a:t>
            </a:r>
            <a:r>
              <a:rPr lang="pt-BR" dirty="0" smtClean="0"/>
              <a:t>simples.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smtClean="0"/>
              <a:t>Eficiência não </a:t>
            </a:r>
            <a:r>
              <a:rPr lang="pt-BR" dirty="0"/>
              <a:t>e um ponto </a:t>
            </a:r>
            <a:r>
              <a:rPr lang="pt-BR" dirty="0" smtClean="0"/>
              <a:t>critico.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42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u="sng" dirty="0" smtClean="0">
                <a:effectLst/>
              </a:rPr>
              <a:t>Interpreter</a:t>
            </a:r>
          </a:p>
          <a:p>
            <a:r>
              <a:rPr lang="pt-BR" dirty="0"/>
              <a:t>Dada uma linguagem, definir uma representação para sua gramática juntamente com um interpretador que usa a representação para interpretar sentenças dessa linguagem.” </a:t>
            </a:r>
          </a:p>
        </p:txBody>
      </p:sp>
    </p:spTree>
    <p:extLst>
      <p:ext uri="{BB962C8B-B14F-4D97-AF65-F5344CB8AC3E}">
        <p14:creationId xmlns:p14="http://schemas.microsoft.com/office/powerpoint/2010/main" val="420745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i="1" u="sng" dirty="0">
                <a:effectLst/>
              </a:rPr>
              <a:t>Interpreter</a:t>
            </a:r>
          </a:p>
          <a:p>
            <a:r>
              <a:rPr lang="pt-BR" dirty="0"/>
              <a:t>Este método recebe como atributo um contexto, que é uma classe que vai armazenar as informações de entrada e saída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074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i="1" u="sng" dirty="0">
                <a:effectLst/>
              </a:rPr>
              <a:t>Problema:</a:t>
            </a:r>
            <a:endParaRPr lang="pt-BR" b="1" dirty="0"/>
          </a:p>
          <a:p>
            <a:pPr marL="0" indent="0">
              <a:buNone/>
            </a:pPr>
            <a:r>
              <a:rPr lang="pt-BR" dirty="0" smtClean="0"/>
              <a:t>Reconhecer </a:t>
            </a:r>
            <a:r>
              <a:rPr lang="pt-BR" dirty="0"/>
              <a:t>padrões é um problema bem complicado, no entanto, quando conseguimos formular uma gramática para o problema a solução fica bem mais fácil. Suponha que é preciso converter uma </a:t>
            </a:r>
            <a:r>
              <a:rPr lang="pt-BR" dirty="0" err="1"/>
              <a:t>String</a:t>
            </a:r>
            <a:r>
              <a:rPr lang="pt-BR" dirty="0"/>
              <a:t> representando um número romano em um inteiro que represente seu valor decimal. É fácil perceber que este problema trata-se de reconhecer determinados padrões.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19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0574" y="1921941"/>
            <a:ext cx="7988939" cy="4728472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18364" y="3043450"/>
            <a:ext cx="2902210" cy="259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i="1" u="sng" dirty="0" smtClean="0">
                <a:effectLst/>
              </a:rPr>
              <a:t>Interpreter</a:t>
            </a:r>
          </a:p>
          <a:p>
            <a:r>
              <a:rPr lang="pt-BR" dirty="0" smtClean="0"/>
              <a:t>Iniciando a Solução: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355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562" y="268975"/>
            <a:ext cx="7304416" cy="621371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57926" y="2791055"/>
            <a:ext cx="44165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 smtClean="0"/>
              <a:t>Método </a:t>
            </a:r>
            <a:r>
              <a:rPr lang="pt-BR" sz="3200" dirty="0"/>
              <a:t>de interpretação:</a:t>
            </a:r>
          </a:p>
        </p:txBody>
      </p:sp>
      <p:sp>
        <p:nvSpPr>
          <p:cNvPr id="6" name="Retângulo 5"/>
          <p:cNvSpPr/>
          <p:nvPr/>
        </p:nvSpPr>
        <p:spPr>
          <a:xfrm>
            <a:off x="157927" y="3891339"/>
            <a:ext cx="44165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comparar os primeiros caracteres da </a:t>
            </a:r>
            <a:r>
              <a:rPr lang="pt-BR" dirty="0" err="1"/>
              <a:t>String</a:t>
            </a:r>
            <a:r>
              <a:rPr lang="pt-BR" dirty="0"/>
              <a:t> com os caracteres que representam nove, quatro, cinco e um. Quando um destes padrões for encontrado é retirado da </a:t>
            </a:r>
            <a:r>
              <a:rPr lang="pt-BR" dirty="0" err="1"/>
              <a:t>String</a:t>
            </a:r>
            <a:r>
              <a:rPr lang="pt-BR" dirty="0"/>
              <a:t>, para que não seja repetido, e o seu valor é adicionado ao valor de output do contexto.</a:t>
            </a:r>
          </a:p>
        </p:txBody>
      </p:sp>
    </p:spTree>
    <p:extLst>
      <p:ext uri="{BB962C8B-B14F-4D97-AF65-F5344CB8AC3E}">
        <p14:creationId xmlns:p14="http://schemas.microsoft.com/office/powerpoint/2010/main" val="306238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Implemantação</a:t>
            </a:r>
            <a:r>
              <a:rPr lang="pt-BR" dirty="0" smtClean="0"/>
              <a:t>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</a:t>
            </a:r>
            <a:r>
              <a:rPr lang="pt-BR" dirty="0" smtClean="0"/>
              <a:t> </a:t>
            </a:r>
            <a:r>
              <a:rPr lang="pt-BR" dirty="0"/>
              <a:t>“multiplicador</a:t>
            </a:r>
            <a:r>
              <a:rPr lang="pt-BR" dirty="0" smtClean="0"/>
              <a:t>()”.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83" y="2982272"/>
            <a:ext cx="7501780" cy="305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9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3" y="2249487"/>
            <a:ext cx="4112976" cy="3541714"/>
          </a:xfrm>
        </p:spPr>
        <p:txBody>
          <a:bodyPr/>
          <a:lstStyle/>
          <a:p>
            <a:r>
              <a:rPr lang="pt-BR" dirty="0"/>
              <a:t>C</a:t>
            </a:r>
            <a:r>
              <a:rPr lang="pt-BR" dirty="0" smtClean="0"/>
              <a:t>lasse </a:t>
            </a:r>
            <a:r>
              <a:rPr lang="pt-BR" dirty="0"/>
              <a:t>que </a:t>
            </a:r>
            <a:r>
              <a:rPr lang="pt-BR" dirty="0" smtClean="0"/>
              <a:t>representa </a:t>
            </a:r>
            <a:r>
              <a:rPr lang="pt-BR" dirty="0"/>
              <a:t>números de um dígito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84" y="618518"/>
            <a:ext cx="7257155" cy="574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5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2249487"/>
            <a:ext cx="3389645" cy="3541714"/>
          </a:xfrm>
        </p:spPr>
        <p:txBody>
          <a:bodyPr/>
          <a:lstStyle/>
          <a:p>
            <a:r>
              <a:rPr lang="pt-BR" dirty="0" smtClean="0"/>
              <a:t>Classe </a:t>
            </a:r>
            <a:r>
              <a:rPr lang="pt-BR" dirty="0"/>
              <a:t>que representam números de dois dígitos: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37" y="618518"/>
            <a:ext cx="7207511" cy="586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3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0376" y="2913738"/>
            <a:ext cx="7173959" cy="3255050"/>
          </a:xfrm>
          <a:prstGeom prst="rect">
            <a:avLst/>
          </a:prstGeom>
        </p:spPr>
      </p:pic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1412" y="2249487"/>
            <a:ext cx="3389645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Classe Principal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362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539797"/>
            <a:ext cx="12192000" cy="35417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4400" i="1" dirty="0" smtClean="0"/>
              <a:t>Strategy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79818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Strategy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b="1" dirty="0" smtClean="0"/>
          </a:p>
          <a:p>
            <a:pPr marL="0" indent="0">
              <a:buNone/>
            </a:pPr>
            <a:endParaRPr lang="pt-BR" b="1" dirty="0"/>
          </a:p>
          <a:p>
            <a:pPr lvl="1"/>
            <a:r>
              <a:rPr lang="pt-BR" dirty="0" smtClean="0"/>
              <a:t>Define </a:t>
            </a:r>
            <a:r>
              <a:rPr lang="pt-BR" dirty="0"/>
              <a:t>uma </a:t>
            </a:r>
            <a:r>
              <a:rPr lang="pt-BR" dirty="0" smtClean="0"/>
              <a:t>família </a:t>
            </a:r>
            <a:r>
              <a:rPr lang="pt-BR" dirty="0"/>
              <a:t>de algoritmos, </a:t>
            </a:r>
            <a:r>
              <a:rPr lang="pt-BR" dirty="0" smtClean="0"/>
              <a:t>encapsula cada </a:t>
            </a:r>
            <a:r>
              <a:rPr lang="pt-BR" dirty="0"/>
              <a:t>um deles e os torna </a:t>
            </a:r>
            <a:r>
              <a:rPr lang="pt-BR" dirty="0" smtClean="0"/>
              <a:t>intercambiáveis.</a:t>
            </a:r>
            <a:endParaRPr lang="pt-BR" dirty="0"/>
          </a:p>
          <a:p>
            <a:pPr lvl="1"/>
            <a:r>
              <a:rPr lang="pt-BR" i="1" dirty="0" smtClean="0"/>
              <a:t>Strategy </a:t>
            </a:r>
            <a:r>
              <a:rPr lang="pt-BR" i="1" dirty="0"/>
              <a:t>permite </a:t>
            </a:r>
            <a:r>
              <a:rPr lang="pt-BR" dirty="0"/>
              <a:t>que o algoritmo </a:t>
            </a:r>
            <a:r>
              <a:rPr lang="pt-BR" dirty="0" smtClean="0"/>
              <a:t>varie independentemente </a:t>
            </a:r>
            <a:r>
              <a:rPr lang="pt-BR" dirty="0"/>
              <a:t>dos clientes </a:t>
            </a:r>
            <a:r>
              <a:rPr lang="pt-BR" dirty="0" smtClean="0"/>
              <a:t>que a utilizam.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2320119" y="4885899"/>
            <a:ext cx="2620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Relação: </a:t>
            </a:r>
            <a:r>
              <a:rPr lang="pt-BR" dirty="0" err="1" smtClean="0"/>
              <a:t>Factory</a:t>
            </a:r>
            <a:r>
              <a:rPr lang="pt-BR" dirty="0" smtClean="0"/>
              <a:t> </a:t>
            </a:r>
            <a:r>
              <a:rPr lang="pt-BR" dirty="0" err="1" smtClean="0"/>
              <a:t>Methods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760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Strategy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Estrutura: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078075"/>
              </p:ext>
            </p:extLst>
          </p:nvPr>
        </p:nvGraphicFramePr>
        <p:xfrm>
          <a:off x="2597337" y="3029088"/>
          <a:ext cx="25400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4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Context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pt-BR" dirty="0" err="1" smtClean="0">
                          <a:solidFill>
                            <a:schemeClr val="bg1"/>
                          </a:solidFill>
                        </a:rPr>
                        <a:t>contextInterface</a:t>
                      </a:r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()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50797"/>
              </p:ext>
            </p:extLst>
          </p:nvPr>
        </p:nvGraphicFramePr>
        <p:xfrm>
          <a:off x="6703947" y="2918232"/>
          <a:ext cx="3278946" cy="1381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7894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&lt;&lt;abstract&gt;&gt;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Strategy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algorithm</a:t>
                      </a:r>
                      <a:r>
                        <a:rPr lang="pt-BR" dirty="0" smtClean="0"/>
                        <a:t>()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461366"/>
              </p:ext>
            </p:extLst>
          </p:nvPr>
        </p:nvGraphicFramePr>
        <p:xfrm>
          <a:off x="6030056" y="5071310"/>
          <a:ext cx="2514852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1485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>
                          <a:solidFill>
                            <a:schemeClr val="dk1"/>
                          </a:solidFill>
                        </a:rPr>
                        <a:t>ConcretStrategyA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algorithm</a:t>
                      </a:r>
                      <a:r>
                        <a:rPr lang="pt-BR" dirty="0" smtClean="0"/>
                        <a:t>()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76529"/>
              </p:ext>
            </p:extLst>
          </p:nvPr>
        </p:nvGraphicFramePr>
        <p:xfrm>
          <a:off x="8689356" y="5071310"/>
          <a:ext cx="2464761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6476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>
                          <a:solidFill>
                            <a:schemeClr val="dk1"/>
                          </a:solidFill>
                        </a:rPr>
                        <a:t>ConcretStrategyB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algorithm</a:t>
                      </a:r>
                      <a:r>
                        <a:rPr lang="pt-BR" dirty="0" smtClean="0"/>
                        <a:t>()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Conector de seta reta 13"/>
          <p:cNvCxnSpPr/>
          <p:nvPr/>
        </p:nvCxnSpPr>
        <p:spPr>
          <a:xfrm flipH="1" flipV="1">
            <a:off x="7540371" y="4299992"/>
            <a:ext cx="3422" cy="77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V="1">
            <a:off x="9295852" y="4299992"/>
            <a:ext cx="0" cy="77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uxograma: Decisão 15"/>
          <p:cNvSpPr/>
          <p:nvPr/>
        </p:nvSpPr>
        <p:spPr>
          <a:xfrm>
            <a:off x="5116079" y="3471545"/>
            <a:ext cx="510066" cy="27544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7" name="Conector reto 20"/>
          <p:cNvCxnSpPr>
            <a:stCxn id="9" idx="1"/>
            <a:endCxn id="16" idx="3"/>
          </p:cNvCxnSpPr>
          <p:nvPr/>
        </p:nvCxnSpPr>
        <p:spPr>
          <a:xfrm rot="10800000" flipV="1">
            <a:off x="5626145" y="3609111"/>
            <a:ext cx="1077802" cy="1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o Explicativo 1 29"/>
          <p:cNvSpPr/>
          <p:nvPr/>
        </p:nvSpPr>
        <p:spPr>
          <a:xfrm>
            <a:off x="2389527" y="5038095"/>
            <a:ext cx="2494966" cy="905505"/>
          </a:xfrm>
          <a:prstGeom prst="borderCallout1">
            <a:avLst>
              <a:gd name="adj1" fmla="val 148"/>
              <a:gd name="adj2" fmla="val 51661"/>
              <a:gd name="adj3" fmla="val -97112"/>
              <a:gd name="adj4" fmla="val 57264"/>
            </a:avLst>
          </a:prstGeom>
          <a:solidFill>
            <a:srgbClr val="E7E7E7"/>
          </a:solidFill>
          <a:ln>
            <a:prstDash val="sys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dk1"/>
                </a:solidFill>
              </a:rPr>
              <a:t>Strategy.algorithm</a:t>
            </a:r>
            <a:r>
              <a:rPr lang="pt-BR" dirty="0">
                <a:solidFill>
                  <a:schemeClr val="dk1"/>
                </a:solidFill>
              </a:rPr>
              <a:t>()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32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Strategy</a:t>
            </a:r>
            <a:r>
              <a:rPr lang="pt-BR" i="1" dirty="0"/>
              <a:t/>
            </a:r>
            <a:br>
              <a:rPr lang="pt-BR" i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Exemplo: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57899"/>
              </p:ext>
            </p:extLst>
          </p:nvPr>
        </p:nvGraphicFramePr>
        <p:xfrm>
          <a:off x="2597337" y="3029088"/>
          <a:ext cx="25400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40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Context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r>
                        <a:rPr lang="pt-BR" dirty="0" err="1" smtClean="0">
                          <a:solidFill>
                            <a:schemeClr val="bg1"/>
                          </a:solidFill>
                        </a:rPr>
                        <a:t>showList</a:t>
                      </a:r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()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877229"/>
              </p:ext>
            </p:extLst>
          </p:nvPr>
        </p:nvGraphicFramePr>
        <p:xfrm>
          <a:off x="6703947" y="2918232"/>
          <a:ext cx="3278946" cy="1381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7894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&lt;&lt;abstract&gt;&gt;</a:t>
                      </a:r>
                    </a:p>
                    <a:p>
                      <a:pPr algn="ctr"/>
                      <a:r>
                        <a:rPr lang="pt-BR" dirty="0" err="1" smtClean="0">
                          <a:solidFill>
                            <a:schemeClr val="bg1"/>
                          </a:solidFill>
                        </a:rPr>
                        <a:t>Sorter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sort</a:t>
                      </a:r>
                      <a:r>
                        <a:rPr lang="pt-BR" dirty="0" smtClean="0"/>
                        <a:t>(</a:t>
                      </a:r>
                      <a:r>
                        <a:rPr lang="pt-BR" dirty="0" err="1" smtClean="0"/>
                        <a:t>List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400371"/>
              </p:ext>
            </p:extLst>
          </p:nvPr>
        </p:nvGraphicFramePr>
        <p:xfrm>
          <a:off x="6030056" y="5071310"/>
          <a:ext cx="2514852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1485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>
                          <a:solidFill>
                            <a:schemeClr val="dk1"/>
                          </a:solidFill>
                        </a:rPr>
                        <a:t>BubbleSorter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sort</a:t>
                      </a:r>
                      <a:r>
                        <a:rPr lang="pt-BR" dirty="0" smtClean="0"/>
                        <a:t> (</a:t>
                      </a:r>
                      <a:r>
                        <a:rPr lang="pt-BR" dirty="0" err="1" smtClean="0"/>
                        <a:t>List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031740"/>
              </p:ext>
            </p:extLst>
          </p:nvPr>
        </p:nvGraphicFramePr>
        <p:xfrm>
          <a:off x="8689356" y="5071310"/>
          <a:ext cx="2464761" cy="110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6476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>
                          <a:solidFill>
                            <a:schemeClr val="dk1"/>
                          </a:solidFill>
                        </a:rPr>
                        <a:t>Merge</a:t>
                      </a:r>
                      <a:r>
                        <a:rPr lang="pt-BR" baseline="0" dirty="0" err="1" smtClean="0">
                          <a:solidFill>
                            <a:schemeClr val="dk1"/>
                          </a:solidFill>
                        </a:rPr>
                        <a:t>Sorter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+ </a:t>
                      </a:r>
                      <a:r>
                        <a:rPr lang="pt-BR" dirty="0" err="1" smtClean="0"/>
                        <a:t>sort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dirty="0" smtClean="0"/>
                        <a:t>(</a:t>
                      </a:r>
                      <a:r>
                        <a:rPr lang="pt-BR" dirty="0" err="1" smtClean="0"/>
                        <a:t>List</a:t>
                      </a:r>
                      <a:r>
                        <a:rPr lang="pt-BR" dirty="0" smtClean="0"/>
                        <a:t>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Conector de seta reta 8"/>
          <p:cNvCxnSpPr/>
          <p:nvPr/>
        </p:nvCxnSpPr>
        <p:spPr>
          <a:xfrm flipH="1" flipV="1">
            <a:off x="7540371" y="4299992"/>
            <a:ext cx="3422" cy="77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V="1">
            <a:off x="9295852" y="4299992"/>
            <a:ext cx="0" cy="771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uxograma: Decisão 10"/>
          <p:cNvSpPr/>
          <p:nvPr/>
        </p:nvSpPr>
        <p:spPr>
          <a:xfrm>
            <a:off x="5116079" y="3471545"/>
            <a:ext cx="510066" cy="27544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" name="Conector reto 20"/>
          <p:cNvCxnSpPr>
            <a:stCxn id="6" idx="1"/>
            <a:endCxn id="11" idx="3"/>
          </p:cNvCxnSpPr>
          <p:nvPr/>
        </p:nvCxnSpPr>
        <p:spPr>
          <a:xfrm rot="10800000" flipV="1">
            <a:off x="5626145" y="3609111"/>
            <a:ext cx="1077802" cy="1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o Explicativo 1 12"/>
          <p:cNvSpPr/>
          <p:nvPr/>
        </p:nvSpPr>
        <p:spPr>
          <a:xfrm>
            <a:off x="2389527" y="5038095"/>
            <a:ext cx="2494966" cy="905505"/>
          </a:xfrm>
          <a:prstGeom prst="borderCallout1">
            <a:avLst>
              <a:gd name="adj1" fmla="val 148"/>
              <a:gd name="adj2" fmla="val 51661"/>
              <a:gd name="adj3" fmla="val -97112"/>
              <a:gd name="adj4" fmla="val 57264"/>
            </a:avLst>
          </a:prstGeom>
          <a:solidFill>
            <a:srgbClr val="E7E7E7"/>
          </a:solidFill>
          <a:ln>
            <a:prstDash val="sys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dk1"/>
                </a:solidFill>
              </a:rPr>
              <a:t>sorter.sort</a:t>
            </a:r>
            <a:r>
              <a:rPr lang="pt-BR" dirty="0" smtClean="0">
                <a:solidFill>
                  <a:schemeClr val="dk1"/>
                </a:solidFill>
              </a:rPr>
              <a:t>()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i="1" dirty="0" err="1" smtClean="0"/>
              <a:t>Strategy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Use </a:t>
            </a:r>
            <a:r>
              <a:rPr lang="pt-BR" b="1" dirty="0"/>
              <a:t>quando</a:t>
            </a:r>
            <a:r>
              <a:rPr lang="pt-BR" b="1" dirty="0" smtClean="0"/>
              <a:t>:</a:t>
            </a:r>
          </a:p>
          <a:p>
            <a:pPr marL="0" indent="0">
              <a:buNone/>
            </a:pPr>
            <a:endParaRPr lang="pt-BR" b="1" dirty="0"/>
          </a:p>
          <a:p>
            <a:pPr lvl="1"/>
            <a:r>
              <a:rPr lang="pt-BR" dirty="0" smtClean="0"/>
              <a:t> </a:t>
            </a:r>
            <a:r>
              <a:rPr lang="pt-BR" dirty="0"/>
              <a:t>Varias classes relacionadas diferem </a:t>
            </a:r>
            <a:r>
              <a:rPr lang="pt-BR" dirty="0" smtClean="0"/>
              <a:t>somente no </a:t>
            </a:r>
            <a:r>
              <a:rPr lang="pt-BR" dirty="0"/>
              <a:t>comportamento</a:t>
            </a:r>
          </a:p>
          <a:p>
            <a:pPr lvl="1"/>
            <a:r>
              <a:rPr lang="pt-BR" dirty="0" smtClean="0"/>
              <a:t> </a:t>
            </a:r>
            <a:r>
              <a:rPr lang="pt-BR" dirty="0"/>
              <a:t>Precisa de variantes de um certo algoritmo</a:t>
            </a:r>
          </a:p>
          <a:p>
            <a:pPr lvl="1"/>
            <a:r>
              <a:rPr lang="pt-BR" dirty="0" smtClean="0"/>
              <a:t>Um </a:t>
            </a:r>
            <a:r>
              <a:rPr lang="pt-BR" dirty="0"/>
              <a:t>algoritmo usa dados que clientes </a:t>
            </a:r>
            <a:r>
              <a:rPr lang="pt-BR" dirty="0" smtClean="0"/>
              <a:t>não precisam </a:t>
            </a:r>
            <a:r>
              <a:rPr lang="pt-BR" dirty="0"/>
              <a:t>ter conhecimento</a:t>
            </a:r>
          </a:p>
          <a:p>
            <a:pPr lvl="1"/>
            <a:r>
              <a:rPr lang="pt-BR" dirty="0" smtClean="0"/>
              <a:t>Uma </a:t>
            </a:r>
            <a:r>
              <a:rPr lang="pt-BR" dirty="0"/>
              <a:t>classe define muitos </a:t>
            </a:r>
            <a:r>
              <a:rPr lang="pt-BR" dirty="0" smtClean="0"/>
              <a:t>comportamentos que </a:t>
            </a:r>
            <a:r>
              <a:rPr lang="pt-BR" dirty="0"/>
              <a:t>aparecem em </a:t>
            </a:r>
            <a:r>
              <a:rPr lang="pt-BR" dirty="0" smtClean="0"/>
              <a:t>vários </a:t>
            </a:r>
            <a:r>
              <a:rPr lang="pt-BR" dirty="0"/>
              <a:t>fluxos </a:t>
            </a:r>
            <a:r>
              <a:rPr lang="pt-BR" dirty="0">
                <a:effectLst/>
              </a:rPr>
              <a:t>condicionais</a:t>
            </a:r>
          </a:p>
        </p:txBody>
      </p:sp>
    </p:spTree>
    <p:extLst>
      <p:ext uri="{BB962C8B-B14F-4D97-AF65-F5344CB8AC3E}">
        <p14:creationId xmlns:p14="http://schemas.microsoft.com/office/powerpoint/2010/main" val="173238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i="1" u="sng" dirty="0">
                <a:effectLst/>
              </a:rPr>
              <a:t>Problema</a:t>
            </a:r>
            <a:endParaRPr lang="pt-BR" b="1" dirty="0"/>
          </a:p>
          <a:p>
            <a:r>
              <a:rPr lang="pt-BR" dirty="0"/>
              <a:t>Suponha uma empresa, nesta empresa existem um conjunto de cargos, para cada cargo existem regras de cálculo de imposto, determinada porcentagem do salário deve ser retirada de acordo com o salário base do funcionário. Vamos as regras:</a:t>
            </a:r>
          </a:p>
          <a:p>
            <a:r>
              <a:rPr lang="pt-BR" dirty="0"/>
              <a:t>O Desenvolvedor deve ter um imposto de 15% caso seu salário seja maior que R$ 2000,00 e 10% caso contrário;</a:t>
            </a:r>
          </a:p>
          <a:p>
            <a:r>
              <a:rPr lang="pt-BR" dirty="0"/>
              <a:t>O Gerente deve ter um imposto de 20% caso seu salário seja maior que R$ 3500,00 e 15% caso contrário;</a:t>
            </a:r>
          </a:p>
          <a:p>
            <a:r>
              <a:rPr lang="pt-BR" dirty="0"/>
              <a:t>O DBA deve ter um imposto de  </a:t>
            </a:r>
            <a:r>
              <a:rPr lang="pt-BR" dirty="0" err="1"/>
              <a:t>de</a:t>
            </a:r>
            <a:r>
              <a:rPr lang="pt-BR" dirty="0"/>
              <a:t> 15% caso seu salário seja maior que R$ 2000,00 e 10% caso contrário;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30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u="sng" dirty="0">
                <a:effectLst/>
              </a:rPr>
              <a:t>Uma solução?</a:t>
            </a:r>
            <a:endParaRPr lang="pt-BR" b="1" dirty="0"/>
          </a:p>
          <a:p>
            <a:r>
              <a:rPr lang="pt-BR" dirty="0"/>
              <a:t>Até ai tudo bem, uma solução bem simples seria criar uma classe para representar um funcionário e dentro dele um campo para guardar seu cargo e salário. No método de cálculo de imposto utilizaríamos um switch para selecionar o cargo e depois verificaríamos o salário, para saber qual a porcentagem de imposto que deve ser utilizada. Vamos dar uma olhada no método que calcula o salário do funcionário aplicando o imposto: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0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383" y="1962884"/>
            <a:ext cx="7127163" cy="393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0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Strategy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Definida a classe que encapsula os algoritmos.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406" y="3638597"/>
            <a:ext cx="9009217" cy="76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Implementação: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41412" y="1758162"/>
            <a:ext cx="9905999" cy="3541714"/>
          </a:xfrm>
        </p:spPr>
        <p:txBody>
          <a:bodyPr/>
          <a:lstStyle/>
          <a:p>
            <a:r>
              <a:rPr lang="pt-BR" dirty="0" smtClean="0"/>
              <a:t>Strategy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pt-BR" dirty="0" smtClean="0"/>
              <a:t>definir </a:t>
            </a:r>
            <a:r>
              <a:rPr lang="pt-BR" dirty="0"/>
              <a:t>as estratégias concretas de cálculo de imposto, a seguir o código para calculo </a:t>
            </a:r>
            <a:r>
              <a:rPr lang="pt-BR" dirty="0" smtClean="0"/>
              <a:t>de </a:t>
            </a:r>
            <a:r>
              <a:rPr lang="pt-BR" dirty="0"/>
              <a:t>imposto de 15% ou 10</a:t>
            </a:r>
            <a:r>
              <a:rPr lang="pt-BR" dirty="0" smtClean="0"/>
              <a:t>%.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91" y="3412592"/>
            <a:ext cx="10486481" cy="258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594398"/>
            <a:ext cx="12192000" cy="35417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4400" i="1" dirty="0" smtClean="0"/>
              <a:t>Abstract Factory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07544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0AA3A6A-5AC3-453A-8315-04668BA1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Abstract Factory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F0582C5-84D7-412F-944B-6C5E4848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pt-BR" dirty="0"/>
              <a:t>prover uma interface para criar famílias de objetos relacionados ou dependentes sem que  precise especificar sua classe concreta.</a:t>
            </a:r>
          </a:p>
          <a:p>
            <a:r>
              <a:rPr lang="pt-BR" dirty="0"/>
              <a:t> Também é conhecido como kit.</a:t>
            </a:r>
          </a:p>
          <a:p>
            <a:r>
              <a:rPr lang="pt-BR" dirty="0"/>
              <a:t>Tem relação com os padrões de projeto  </a:t>
            </a:r>
            <a:r>
              <a:rPr lang="pt-BR" dirty="0" err="1"/>
              <a:t>factory</a:t>
            </a:r>
            <a:r>
              <a:rPr lang="pt-BR" dirty="0"/>
              <a:t> method , prototype , singleton.</a:t>
            </a:r>
          </a:p>
          <a:p>
            <a:pPr marL="0" indent="0">
              <a:buNone/>
            </a:pPr>
            <a:endParaRPr lang="pt-BR" dirty="0"/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994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CCFA4DD-88A1-4033-BA87-A0B6A0B2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AD50845-4496-4B43-8DBC-4DEB65D2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dirty="0"/>
              <a:t>Construir uma interface de usuários que suporte múltiplos estilos de interação (look-</a:t>
            </a:r>
            <a:r>
              <a:rPr lang="pt-BR" dirty="0" err="1"/>
              <a:t>and</a:t>
            </a:r>
            <a:r>
              <a:rPr lang="pt-BR" dirty="0"/>
              <a:t>-</a:t>
            </a:r>
            <a:r>
              <a:rPr lang="pt-BR" dirty="0" err="1"/>
              <a:t>feel</a:t>
            </a:r>
            <a:r>
              <a:rPr lang="pt-BR" dirty="0"/>
              <a:t>) tais como o motif e o presentation Manager.</a:t>
            </a:r>
          </a:p>
          <a:p>
            <a:r>
              <a:rPr lang="pt-BR" dirty="0"/>
              <a:t>Diferentes estilos de interação trás diferentes apresentações  e comportamento para os widgets.</a:t>
            </a:r>
          </a:p>
          <a:p>
            <a:r>
              <a:rPr lang="pt-BR" dirty="0"/>
              <a:t>Os clientes ficam independentes do padrão de interação usado no momento.</a:t>
            </a:r>
          </a:p>
          <a:p>
            <a:r>
              <a:rPr lang="pt-BR" dirty="0"/>
              <a:t>Podemos resolver problemas de uma classe abstrata widgetfactory.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933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FE57E97-7A71-4A9A-82E3-DD4E3BCA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0B0ADFE4-F916-419A-935C-BE0542336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974" y="2033666"/>
            <a:ext cx="9051235" cy="3871363"/>
          </a:xfrm>
        </p:spPr>
      </p:pic>
    </p:spTree>
    <p:extLst>
      <p:ext uri="{BB962C8B-B14F-4D97-AF65-F5344CB8AC3E}">
        <p14:creationId xmlns:p14="http://schemas.microsoft.com/office/powerpoint/2010/main" val="32232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D731C0B-58A7-4D62-B6E5-E2A4E8DA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11008282" cy="1453363"/>
          </a:xfrm>
        </p:spPr>
        <p:txBody>
          <a:bodyPr>
            <a:normAutofit/>
          </a:bodyPr>
          <a:lstStyle/>
          <a:p>
            <a:r>
              <a:rPr lang="pt-BR" dirty="0"/>
              <a:t>Participantes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55AC9F9D-39C6-4C76-8A14-3F21EFA3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1908314"/>
            <a:ext cx="11569148" cy="4110312"/>
          </a:xfrm>
        </p:spPr>
        <p:txBody>
          <a:bodyPr anchor="t">
            <a:normAutofit/>
          </a:bodyPr>
          <a:lstStyle/>
          <a:p>
            <a:pPr lvl="1"/>
            <a:r>
              <a:rPr lang="pt-BR" dirty="0"/>
              <a:t>Fabrica Abstrata :Uma classe ou interface de preferência abstrata  para operações que são objetos de produtos abstratos. Que são implementadas em um classe fabrica concreta.</a:t>
            </a:r>
          </a:p>
          <a:p>
            <a:pPr lvl="1"/>
            <a:r>
              <a:rPr lang="pt-BR" dirty="0"/>
              <a:t>Produto Abstrato: O Produto Abstrato cria métodos que são implementados pro um classe do tipo produto concreto, mas esse objeto é retornado como produto abstrato.</a:t>
            </a:r>
          </a:p>
          <a:p>
            <a:pPr lvl="1"/>
            <a:r>
              <a:rPr lang="pt-BR" dirty="0"/>
              <a:t>Produto Concreto: Nessa classe são implementados os métodos declarados em produto abstrato. Essa é a classe que faz uma instância concreta a ser criada. Para cada fabrica concreta.  </a:t>
            </a:r>
          </a:p>
          <a:p>
            <a:pPr lvl="1"/>
            <a:r>
              <a:rPr lang="pt-BR" dirty="0"/>
              <a:t>Fabrica Concreta:  O objetivo de classe é implementar os métodos que foram criados na Fabrica Abstrata  como o objeto do tipo produto concreto que ira retorna para produto abstrato criado assim um polimorfismo.</a:t>
            </a:r>
          </a:p>
          <a:p>
            <a:pPr lvl="1"/>
            <a:r>
              <a:rPr lang="pt-BR" dirty="0"/>
              <a:t>Cliente	:Usa somente interfaces declaradas pelas classes Abstract Factory e Abstract </a:t>
            </a:r>
            <a:r>
              <a:rPr lang="pt-BR" dirty="0" err="1"/>
              <a:t>Product</a:t>
            </a:r>
            <a:r>
              <a:rPr lang="pt-BR" dirty="0"/>
              <a:t>.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193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FF2A86B-6EDC-4633-92E7-E4B458B8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Consequências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F4EA13CF-7F2D-44F0-BDDD-16468276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dirty="0"/>
              <a:t>Ele isola as classes concretas </a:t>
            </a:r>
          </a:p>
          <a:p>
            <a:r>
              <a:rPr lang="pt-BR" dirty="0"/>
              <a:t>Ele torna fácil a troca de família</a:t>
            </a:r>
          </a:p>
          <a:p>
            <a:r>
              <a:rPr lang="pt-BR" dirty="0"/>
              <a:t>Ele promove a harmonia entre produtos </a:t>
            </a:r>
          </a:p>
          <a:p>
            <a:r>
              <a:rPr lang="pt-BR" dirty="0"/>
              <a:t>É difícil de suportar novos tipos de produtos</a:t>
            </a:r>
          </a:p>
        </p:txBody>
      </p:sp>
    </p:spTree>
    <p:extLst>
      <p:ext uri="{BB962C8B-B14F-4D97-AF65-F5344CB8AC3E}">
        <p14:creationId xmlns:p14="http://schemas.microsoft.com/office/powerpoint/2010/main" val="235135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DF914E6-E0C5-4978-8371-133B8A13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34AEE96-295D-44B8-AB41-C9EAE70D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 anchor="t"/>
          <a:lstStyle/>
          <a:p>
            <a:r>
              <a:rPr lang="pt-BR" dirty="0"/>
              <a:t>Fabricas como singleton</a:t>
            </a:r>
          </a:p>
          <a:p>
            <a:r>
              <a:rPr lang="pt-BR" dirty="0"/>
              <a:t>Criando os produtos </a:t>
            </a:r>
          </a:p>
          <a:p>
            <a:r>
              <a:rPr lang="pt-BR" dirty="0"/>
              <a:t>Definido fabricas extensíveis </a:t>
            </a:r>
          </a:p>
        </p:txBody>
      </p:sp>
    </p:spTree>
    <p:extLst>
      <p:ext uri="{BB962C8B-B14F-4D97-AF65-F5344CB8AC3E}">
        <p14:creationId xmlns:p14="http://schemas.microsoft.com/office/powerpoint/2010/main" val="319487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4" descr="Uma imagem contendo captura de tela&#10;&#10;Descrição gerada com muito alta confiança"/>
          <p:cNvPicPr>
            <a:picLocks noChangeAspect="1"/>
          </p:cNvPicPr>
          <p:nvPr/>
        </p:nvPicPr>
        <p:blipFill rotWithShape="1">
          <a:blip r:embed="rId2"/>
          <a:srcRect t="8906" r="4" b="4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F825406-6EA9-4A99-AEC2-E3E7EF53A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8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553442"/>
            <a:ext cx="12192000" cy="35417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4800" i="1" dirty="0" smtClean="0"/>
              <a:t>Facade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31466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A4EF438-65CE-44F7-A068-2DBA3B21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 dirty="0" smtClean="0"/>
              <a:t>Facade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6E72AB76-8C28-48BB-9A9A-5BADC2D05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 anchor="t">
            <a:normAutofit fontScale="92500" lnSpcReduction="10000"/>
          </a:bodyPr>
          <a:lstStyle/>
          <a:p>
            <a:r>
              <a:rPr lang="pt-BR" dirty="0"/>
              <a:t>É um padrão de design utilizada na programação orientada a objetos para simplificar a complexidade de um sistema. Já que possui numero grande de classe e  código fonte estão indisponíveis. Desta formar podemos provê uma interface simplificada ao cliente.</a:t>
            </a:r>
          </a:p>
          <a:p>
            <a:r>
              <a:rPr lang="pt-BR" dirty="0"/>
              <a:t>Fornece uma interface que torna o subsistema mas fácil de se usado.</a:t>
            </a:r>
          </a:p>
          <a:p>
            <a:r>
              <a:rPr lang="pt-BR" dirty="0"/>
              <a:t>Participantes </a:t>
            </a:r>
          </a:p>
          <a:p>
            <a:pPr lvl="1"/>
            <a:r>
              <a:rPr lang="pt-BR" dirty="0"/>
              <a:t>Façade: Conhece quais as classe do sistemas são responsáveis pelo atendimento de uma solicitação.</a:t>
            </a:r>
          </a:p>
          <a:p>
            <a:pPr lvl="1"/>
            <a:r>
              <a:rPr lang="pt-BR" dirty="0"/>
              <a:t>Classes de subsistema: implementam a funcionalidade do sistema. </a:t>
            </a:r>
          </a:p>
        </p:txBody>
      </p:sp>
    </p:spTree>
    <p:extLst>
      <p:ext uri="{BB962C8B-B14F-4D97-AF65-F5344CB8AC3E}">
        <p14:creationId xmlns:p14="http://schemas.microsoft.com/office/powerpoint/2010/main" val="6901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="" xmlns:a16="http://schemas.microsoft.com/office/drawing/2014/main" id="{866C3429-E25D-46D9-BB75-17A936090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52" y="1884942"/>
            <a:ext cx="6095593" cy="292588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F1DA245-3D19-4F6A-BAD0-27485D1E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pt-BR" dirty="0"/>
              <a:t>Motivação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0187803-6AEB-4515-81CD-B4AF542D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pt-BR" dirty="0"/>
              <a:t>Estruturar um sistema em subsistema ajuda a reduzir a complexidade.</a:t>
            </a:r>
          </a:p>
          <a:p>
            <a:r>
              <a:rPr lang="pt-BR" dirty="0"/>
              <a:t>Minimizar a comunicação e as dependências entre subsistemas.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499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43EE9FB-F2C8-4624-961A-6262C803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10266161" cy="1453363"/>
          </a:xfrm>
        </p:spPr>
        <p:txBody>
          <a:bodyPr anchor="t">
            <a:normAutofit/>
          </a:bodyPr>
          <a:lstStyle/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Quando Usa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02177" y="2261420"/>
            <a:ext cx="10687457" cy="3637935"/>
          </a:xfrm>
        </p:spPr>
        <p:txBody>
          <a:bodyPr anchor="t">
            <a:normAutofit/>
          </a:bodyPr>
          <a:lstStyle/>
          <a:p>
            <a:r>
              <a:rPr lang="pt-BR" dirty="0"/>
              <a:t>Quando você deseja fornecer uma interface simples para um subsistema complexo.</a:t>
            </a:r>
          </a:p>
          <a:p>
            <a:r>
              <a:rPr lang="pt-BR" dirty="0"/>
              <a:t>Quando tem muita dependência entre clientes e classes de implementação de uma abstração.</a:t>
            </a:r>
          </a:p>
          <a:p>
            <a:r>
              <a:rPr lang="pt-BR" dirty="0"/>
              <a:t>Quando você que estrutura seu subsistema em camadas.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9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Conteúdo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1" y="2261418"/>
            <a:ext cx="11087857" cy="386108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95AF54-DC45-4757-B621-DFB6B3C33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pt-BR" dirty="0"/>
              <a:t>Estrutura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556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AAD531-F8C9-4D8D-865C-E52F9596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participantes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61A84D-8A4F-4E3A-9118-C7A55B524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1"/>
            <a:r>
              <a:rPr lang="en-US" dirty="0"/>
              <a:t>Façade</a:t>
            </a:r>
            <a:r>
              <a:rPr lang="en-US" dirty="0">
                <a:sym typeface="Wingdings" panose="05000000000000000000" pitchFamily="2" charset="2"/>
              </a:rPr>
              <a:t>(Compiler) : Conhece quais classes são responsaveis em uma solicitação.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Classes de Subsistema (Scanner, Parser, ProgramNode,etc) : implementam a funcionalidade do subsitema.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650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A0A4422-A8BA-46C2-B233-32089610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57BD42F-E131-46BC-AC5B-2EAA043E5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dirty="0"/>
              <a:t>Isola os clientes dos componentes do subsistema.</a:t>
            </a:r>
          </a:p>
          <a:p>
            <a:r>
              <a:rPr lang="pt-BR" dirty="0"/>
              <a:t>Promove um acoplamento fraco entre subsistemas e sue clientes.</a:t>
            </a:r>
          </a:p>
          <a:p>
            <a:r>
              <a:rPr lang="pt-BR" dirty="0"/>
              <a:t>Não impede as aplicações de utilizarem as classe do subsistemas caso necessitem fazê-lo.  </a:t>
            </a:r>
          </a:p>
        </p:txBody>
      </p:sp>
    </p:spTree>
    <p:extLst>
      <p:ext uri="{BB962C8B-B14F-4D97-AF65-F5344CB8AC3E}">
        <p14:creationId xmlns:p14="http://schemas.microsoft.com/office/powerpoint/2010/main" val="238059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2E6F75E-DDB3-4027-BA86-482EBF3F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86858726-F9B6-4BCD-A6B9-997819D78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pt-BR" dirty="0"/>
              <a:t>Redução do acoplamento cliente-subsistema</a:t>
            </a:r>
          </a:p>
          <a:p>
            <a:r>
              <a:rPr lang="pt-BR" dirty="0"/>
              <a:t>Classes de subsistema: publicas ou privadas?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749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722438"/>
            <a:ext cx="12192000" cy="35988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7200" dirty="0" smtClean="0"/>
              <a:t>Duvidas?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13088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2893321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smtClean="0"/>
              <a:t>Conclusão!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3835603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276A30D-332E-455E-B447-6F51E780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A0831FB3-909E-4206-90E4-C328F96C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pt-BR" dirty="0"/>
              <a:t>Erich Gamma et al. Design Patterns: Elements of Reusable Object-oriented Software. Addison-Wesley, 1995</a:t>
            </a:r>
            <a:r>
              <a:rPr lang="en-US" altLang="pt-BR" dirty="0" smtClean="0"/>
              <a:t>.</a:t>
            </a:r>
          </a:p>
          <a:p>
            <a:r>
              <a:rPr lang="en-US" altLang="pt-BR" dirty="0" smtClean="0"/>
              <a:t>Doug Lea. Cristofer Alexander: An introduction for object – oriented designers.</a:t>
            </a:r>
          </a:p>
          <a:p>
            <a:r>
              <a:rPr lang="en-US" altLang="pt-BR" dirty="0" err="1" smtClean="0"/>
              <a:t>Larmam</a:t>
            </a:r>
            <a:r>
              <a:rPr lang="en-US" altLang="pt-BR" dirty="0" smtClean="0"/>
              <a:t>, </a:t>
            </a:r>
            <a:r>
              <a:rPr lang="en-US" altLang="pt-BR" dirty="0" err="1" smtClean="0"/>
              <a:t>Caig</a:t>
            </a:r>
            <a:r>
              <a:rPr lang="en-US" altLang="pt-BR" dirty="0" smtClean="0"/>
              <a:t>. (2005) [2004]. </a:t>
            </a:r>
            <a:r>
              <a:rPr lang="en-US" altLang="pt-BR" dirty="0" err="1" smtClean="0"/>
              <a:t>Aplicando</a:t>
            </a:r>
            <a:r>
              <a:rPr lang="en-US" altLang="pt-BR" dirty="0" smtClean="0"/>
              <a:t> </a:t>
            </a:r>
            <a:r>
              <a:rPr lang="en-US" altLang="pt-BR" dirty="0" err="1"/>
              <a:t>U</a:t>
            </a:r>
            <a:r>
              <a:rPr lang="en-US" altLang="pt-BR" dirty="0" err="1" smtClean="0"/>
              <a:t>ml</a:t>
            </a:r>
            <a:r>
              <a:rPr lang="en-US" altLang="pt-BR" dirty="0" smtClean="0"/>
              <a:t> e </a:t>
            </a:r>
            <a:r>
              <a:rPr lang="en-US" altLang="pt-BR" dirty="0" err="1"/>
              <a:t>P</a:t>
            </a:r>
            <a:r>
              <a:rPr lang="en-US" altLang="pt-BR" dirty="0" err="1" smtClean="0"/>
              <a:t>adrões</a:t>
            </a:r>
            <a:r>
              <a:rPr lang="en-US" altLang="pt-BR" dirty="0" smtClean="0"/>
              <a:t> – an introduction to object – oriented  </a:t>
            </a:r>
            <a:r>
              <a:rPr lang="en-US" altLang="pt-BR" dirty="0" err="1" smtClean="0"/>
              <a:t>analisys</a:t>
            </a:r>
            <a:r>
              <a:rPr lang="en-US" altLang="pt-BR" dirty="0" smtClean="0"/>
              <a:t> and </a:t>
            </a:r>
            <a:r>
              <a:rPr lang="en-US" altLang="pt-BR" dirty="0" err="1" smtClean="0"/>
              <a:t>desingn</a:t>
            </a:r>
            <a:r>
              <a:rPr lang="en-US" altLang="pt-BR" dirty="0" smtClean="0"/>
              <a:t> e </a:t>
            </a:r>
            <a:r>
              <a:rPr lang="en-US" altLang="pt-BR" dirty="0" err="1" smtClean="0"/>
              <a:t>Desenvolvimento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interativo</a:t>
            </a:r>
            <a:r>
              <a:rPr lang="en-US" altLang="pt-BR" dirty="0"/>
              <a:t> </a:t>
            </a:r>
            <a:r>
              <a:rPr lang="en-US" altLang="pt-BR" dirty="0" smtClean="0"/>
              <a:t>(3° </a:t>
            </a:r>
            <a:r>
              <a:rPr lang="en-US" altLang="pt-BR" dirty="0" err="1" smtClean="0"/>
              <a:t>edição</a:t>
            </a:r>
            <a:r>
              <a:rPr lang="en-US" altLang="pt-BR" dirty="0" smtClean="0"/>
              <a:t>). New Jersey.</a:t>
            </a:r>
          </a:p>
          <a:p>
            <a:endParaRPr lang="en-US" alt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718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722438"/>
            <a:ext cx="12192000" cy="359886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7200" dirty="0" smtClean="0"/>
              <a:t>Obrigado!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2218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889</TotalTime>
  <Words>2102</Words>
  <Application>Microsoft Office PowerPoint</Application>
  <PresentationFormat>Widescreen</PresentationFormat>
  <Paragraphs>362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77" baseType="lpstr">
      <vt:lpstr>Arial</vt:lpstr>
      <vt:lpstr>Trebuchet MS</vt:lpstr>
      <vt:lpstr>Tw Cen MT</vt:lpstr>
      <vt:lpstr>Wingdings</vt:lpstr>
      <vt:lpstr>Circuito</vt:lpstr>
      <vt:lpstr>Apresentação do PowerPoint</vt:lpstr>
      <vt:lpstr>Sumario</vt:lpstr>
      <vt:lpstr>Sumario</vt:lpstr>
      <vt:lpstr>Sumario</vt:lpstr>
      <vt:lpstr>Teste de slide histórico</vt:lpstr>
      <vt:lpstr>Teste de slide histórico</vt:lpstr>
      <vt:lpstr>Teste de slide histórico</vt:lpstr>
      <vt:lpstr>Apresentação do PowerPoint</vt:lpstr>
      <vt:lpstr>Teste de slide histórico</vt:lpstr>
      <vt:lpstr>Teste de slide histórico</vt:lpstr>
      <vt:lpstr>O que é um Padrão de Projeto? (Capitulo 01)</vt:lpstr>
      <vt:lpstr>O que faz um padrão de Projeto? (Capitulo 01) </vt:lpstr>
      <vt:lpstr>Como os padrões solucionam problemas de projeto? (Capitulo 01) </vt:lpstr>
      <vt:lpstr>Como os padrões solucionam problemas de projeto? (Capitulo 01) </vt:lpstr>
      <vt:lpstr>Como Usar um padrão de Projeto? (Capitulo 01) </vt:lpstr>
      <vt:lpstr>Introdução: (Capitulo 01) Por que usar padrões?</vt:lpstr>
      <vt:lpstr>Introdução: (Capitulo 01) Por que usar padrões?</vt:lpstr>
      <vt:lpstr>tipos de padrões?</vt:lpstr>
      <vt:lpstr>Padrões GRASP </vt:lpstr>
      <vt:lpstr>Apresentação do PowerPoint</vt:lpstr>
      <vt:lpstr>Tipos de Padrões de Projeto - GoF:</vt:lpstr>
      <vt:lpstr>Gof - Padrões de Criação. (Capitulo 03)</vt:lpstr>
      <vt:lpstr>GoF – PADRÕES DE CRIAÇÃO (Capitulo 3)</vt:lpstr>
      <vt:lpstr>Gof - Padrões Estruturais. (Capitulo 04)</vt:lpstr>
      <vt:lpstr>GoF – Padrões Estruturais (Capitulo 4)</vt:lpstr>
      <vt:lpstr>Padrões Comportamentais. (Capitulo 05)</vt:lpstr>
      <vt:lpstr>GoF – Padrões Comportamentais (Capitulo 5)</vt:lpstr>
      <vt:lpstr>Foco:</vt:lpstr>
      <vt:lpstr>Apresentação do PowerPoint</vt:lpstr>
      <vt:lpstr>Interpreter</vt:lpstr>
      <vt:lpstr>Interpreter</vt:lpstr>
      <vt:lpstr>Interpreter:</vt:lpstr>
      <vt:lpstr>Interpreter</vt:lpstr>
      <vt:lpstr>Implementação: </vt:lpstr>
      <vt:lpstr>Implementação: </vt:lpstr>
      <vt:lpstr>Implementação: </vt:lpstr>
      <vt:lpstr>Implementação: </vt:lpstr>
      <vt:lpstr>Implementação:</vt:lpstr>
      <vt:lpstr>Implemantação:</vt:lpstr>
      <vt:lpstr>Implementação:</vt:lpstr>
      <vt:lpstr>Implementação:</vt:lpstr>
      <vt:lpstr>Implementação:</vt:lpstr>
      <vt:lpstr>Apresentação do PowerPoint</vt:lpstr>
      <vt:lpstr>Strategy</vt:lpstr>
      <vt:lpstr>Strategy</vt:lpstr>
      <vt:lpstr>Strategy </vt:lpstr>
      <vt:lpstr>Strategy</vt:lpstr>
      <vt:lpstr>Implementação: </vt:lpstr>
      <vt:lpstr>Implementação: </vt:lpstr>
      <vt:lpstr>Implementação: </vt:lpstr>
      <vt:lpstr>Implementação: </vt:lpstr>
      <vt:lpstr>Implementação: </vt:lpstr>
      <vt:lpstr>Apresentação do PowerPoint</vt:lpstr>
      <vt:lpstr>Abstract Factory</vt:lpstr>
      <vt:lpstr>Motivação</vt:lpstr>
      <vt:lpstr>Estrutura</vt:lpstr>
      <vt:lpstr>Participantes </vt:lpstr>
      <vt:lpstr>Consequências </vt:lpstr>
      <vt:lpstr>Implementação</vt:lpstr>
      <vt:lpstr>Exemplo</vt:lpstr>
      <vt:lpstr>Apresentação do PowerPoint</vt:lpstr>
      <vt:lpstr>Facade </vt:lpstr>
      <vt:lpstr>Motivação </vt:lpstr>
      <vt:lpstr> Quando Usa</vt:lpstr>
      <vt:lpstr>Estrutura</vt:lpstr>
      <vt:lpstr>participantes</vt:lpstr>
      <vt:lpstr>Consequências </vt:lpstr>
      <vt:lpstr>Implementação</vt:lpstr>
      <vt:lpstr>Apresentação do PowerPoint</vt:lpstr>
      <vt:lpstr>Apresentação do PowerPoint</vt:lpstr>
      <vt:lpstr>Referencias</vt:lpstr>
      <vt:lpstr>Apresentação do PowerPoint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Emeson Santos</dc:creator>
  <cp:lastModifiedBy>Emeson Santos</cp:lastModifiedBy>
  <cp:revision>151</cp:revision>
  <dcterms:created xsi:type="dcterms:W3CDTF">2017-10-01T12:40:40Z</dcterms:created>
  <dcterms:modified xsi:type="dcterms:W3CDTF">2017-10-03T12:12:46Z</dcterms:modified>
</cp:coreProperties>
</file>